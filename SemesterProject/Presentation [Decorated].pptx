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44" r:id="rId1"/>
  </p:sldMasterIdLst>
  <p:notesMasterIdLst>
    <p:notesMasterId r:id="rId82"/>
  </p:notesMasterIdLst>
  <p:handoutMasterIdLst>
    <p:handoutMasterId r:id="rId83"/>
  </p:handoutMasterIdLst>
  <p:sldIdLst>
    <p:sldId id="257" r:id="rId2"/>
    <p:sldId id="261" r:id="rId3"/>
    <p:sldId id="260" r:id="rId4"/>
    <p:sldId id="258" r:id="rId5"/>
    <p:sldId id="259" r:id="rId6"/>
    <p:sldId id="262" r:id="rId7"/>
    <p:sldId id="328" r:id="rId8"/>
    <p:sldId id="264" r:id="rId9"/>
    <p:sldId id="263" r:id="rId10"/>
    <p:sldId id="267" r:id="rId11"/>
    <p:sldId id="268" r:id="rId12"/>
    <p:sldId id="33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65" r:id="rId34"/>
    <p:sldId id="289" r:id="rId35"/>
    <p:sldId id="290" r:id="rId36"/>
    <p:sldId id="294" r:id="rId37"/>
    <p:sldId id="295" r:id="rId38"/>
    <p:sldId id="333" r:id="rId39"/>
    <p:sldId id="334" r:id="rId40"/>
    <p:sldId id="335" r:id="rId41"/>
    <p:sldId id="329" r:id="rId42"/>
    <p:sldId id="330" r:id="rId43"/>
    <p:sldId id="331" r:id="rId44"/>
    <p:sldId id="332" r:id="rId45"/>
    <p:sldId id="336" r:id="rId46"/>
    <p:sldId id="296" r:id="rId47"/>
    <p:sldId id="297" r:id="rId48"/>
    <p:sldId id="312" r:id="rId49"/>
    <p:sldId id="298" r:id="rId50"/>
    <p:sldId id="320" r:id="rId51"/>
    <p:sldId id="321" r:id="rId52"/>
    <p:sldId id="322" r:id="rId53"/>
    <p:sldId id="299" r:id="rId54"/>
    <p:sldId id="300" r:id="rId55"/>
    <p:sldId id="301" r:id="rId56"/>
    <p:sldId id="302" r:id="rId57"/>
    <p:sldId id="266" r:id="rId58"/>
    <p:sldId id="303" r:id="rId59"/>
    <p:sldId id="341" r:id="rId60"/>
    <p:sldId id="305" r:id="rId61"/>
    <p:sldId id="306" r:id="rId62"/>
    <p:sldId id="307" r:id="rId63"/>
    <p:sldId id="308" r:id="rId64"/>
    <p:sldId id="342" r:id="rId65"/>
    <p:sldId id="310" r:id="rId66"/>
    <p:sldId id="311" r:id="rId67"/>
    <p:sldId id="313" r:id="rId68"/>
    <p:sldId id="314" r:id="rId69"/>
    <p:sldId id="315" r:id="rId70"/>
    <p:sldId id="316" r:id="rId71"/>
    <p:sldId id="317" r:id="rId72"/>
    <p:sldId id="318" r:id="rId73"/>
    <p:sldId id="338" r:id="rId74"/>
    <p:sldId id="339" r:id="rId75"/>
    <p:sldId id="340" r:id="rId76"/>
    <p:sldId id="324" r:id="rId77"/>
    <p:sldId id="323" r:id="rId78"/>
    <p:sldId id="325" r:id="rId79"/>
    <p:sldId id="326" r:id="rId80"/>
    <p:sldId id="327" r:id="rId8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4A0C85-F7FC-0B45-953B-2AE42E949504}" v="273" dt="2026-05-11T08:30:24.6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93"/>
    <p:restoredTop sz="94637"/>
  </p:normalViewPr>
  <p:slideViewPr>
    <p:cSldViewPr snapToGrid="0">
      <p:cViewPr>
        <p:scale>
          <a:sx n="139" d="100"/>
          <a:sy n="139" d="100"/>
        </p:scale>
        <p:origin x="144" y="384"/>
      </p:cViewPr>
      <p:guideLst/>
    </p:cSldViewPr>
  </p:slideViewPr>
  <p:outlineViewPr>
    <p:cViewPr>
      <p:scale>
        <a:sx n="33" d="100"/>
        <a:sy n="33" d="100"/>
      </p:scale>
      <p:origin x="0" y="-535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88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2A4A33-3C98-4CF4-BE16-D601B97272A2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ADFF0A-6FEE-4AE3-B67B-469F55C4B5E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Genre</a:t>
          </a:r>
        </a:p>
      </dgm:t>
    </dgm:pt>
    <dgm:pt modelId="{BB73A865-966C-4F23-9051-8D495A4AA633}" type="parTrans" cxnId="{2EE5C0F6-38F0-4360-AE9F-BBBC7F34444C}">
      <dgm:prSet/>
      <dgm:spPr/>
      <dgm:t>
        <a:bodyPr/>
        <a:lstStyle/>
        <a:p>
          <a:endParaRPr lang="en-US"/>
        </a:p>
      </dgm:t>
    </dgm:pt>
    <dgm:pt modelId="{ED4C4FE7-F460-4BAB-B708-C3FEC1E62FE1}" type="sibTrans" cxnId="{2EE5C0F6-38F0-4360-AE9F-BBBC7F34444C}">
      <dgm:prSet/>
      <dgm:spPr/>
      <dgm:t>
        <a:bodyPr/>
        <a:lstStyle/>
        <a:p>
          <a:endParaRPr lang="en-US"/>
        </a:p>
      </dgm:t>
    </dgm:pt>
    <dgm:pt modelId="{71DB9B78-C715-4746-80DB-8CF1FB0843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Top-Down Shooter</a:t>
          </a:r>
        </a:p>
      </dgm:t>
    </dgm:pt>
    <dgm:pt modelId="{B1C0423C-0CD4-4CD2-AE70-2FBF7BB60A66}" type="parTrans" cxnId="{A8B0F7C9-4BA9-497D-838A-7516F31C2B8B}">
      <dgm:prSet/>
      <dgm:spPr/>
      <dgm:t>
        <a:bodyPr/>
        <a:lstStyle/>
        <a:p>
          <a:endParaRPr lang="en-US"/>
        </a:p>
      </dgm:t>
    </dgm:pt>
    <dgm:pt modelId="{6DA6E347-749A-4F96-A4E7-860BFAD9E71A}" type="sibTrans" cxnId="{A8B0F7C9-4BA9-497D-838A-7516F31C2B8B}">
      <dgm:prSet/>
      <dgm:spPr/>
      <dgm:t>
        <a:bodyPr/>
        <a:lstStyle/>
        <a:p>
          <a:endParaRPr lang="en-US"/>
        </a:p>
      </dgm:t>
    </dgm:pt>
    <dgm:pt modelId="{82E058CF-E77A-4DB6-B7D9-973EF4A09B5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Objective</a:t>
          </a:r>
        </a:p>
      </dgm:t>
    </dgm:pt>
    <dgm:pt modelId="{9B0F20D6-AE8A-49E5-8F78-4F4E51AC148B}" type="parTrans" cxnId="{6F579B85-D69D-42E2-AA50-098A57A840A2}">
      <dgm:prSet/>
      <dgm:spPr/>
      <dgm:t>
        <a:bodyPr/>
        <a:lstStyle/>
        <a:p>
          <a:endParaRPr lang="en-US"/>
        </a:p>
      </dgm:t>
    </dgm:pt>
    <dgm:pt modelId="{A1C72508-118C-47DB-92AE-ACA500A67D7F}" type="sibTrans" cxnId="{6F579B85-D69D-42E2-AA50-098A57A840A2}">
      <dgm:prSet/>
      <dgm:spPr/>
      <dgm:t>
        <a:bodyPr/>
        <a:lstStyle/>
        <a:p>
          <a:endParaRPr lang="en-US"/>
        </a:p>
      </dgm:t>
    </dgm:pt>
    <dgm:pt modelId="{1D3112A1-04FD-4A05-AA0C-B2A0156E2B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Clear all zombies in the city</a:t>
          </a:r>
        </a:p>
      </dgm:t>
    </dgm:pt>
    <dgm:pt modelId="{590C0530-FBE1-4577-8CCE-D01108B29B7F}" type="parTrans" cxnId="{27C1072A-D2AF-462C-AD07-3D0FF1078F8C}">
      <dgm:prSet/>
      <dgm:spPr/>
      <dgm:t>
        <a:bodyPr/>
        <a:lstStyle/>
        <a:p>
          <a:endParaRPr lang="en-US"/>
        </a:p>
      </dgm:t>
    </dgm:pt>
    <dgm:pt modelId="{0C5558FE-67A9-40F5-A136-28A1186B7B6C}" type="sibTrans" cxnId="{27C1072A-D2AF-462C-AD07-3D0FF1078F8C}">
      <dgm:prSet/>
      <dgm:spPr/>
      <dgm:t>
        <a:bodyPr/>
        <a:lstStyle/>
        <a:p>
          <a:endParaRPr lang="en-US"/>
        </a:p>
      </dgm:t>
    </dgm:pt>
    <dgm:pt modelId="{D691B16F-3E18-4904-BFF7-D30FF72F3D5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Availability</a:t>
          </a:r>
        </a:p>
      </dgm:t>
    </dgm:pt>
    <dgm:pt modelId="{F7EF9D06-6508-475C-A4FC-0AA5C1AB4D23}" type="parTrans" cxnId="{4FD9B83D-3771-467A-9137-5E5816596A94}">
      <dgm:prSet/>
      <dgm:spPr/>
      <dgm:t>
        <a:bodyPr/>
        <a:lstStyle/>
        <a:p>
          <a:endParaRPr lang="en-US"/>
        </a:p>
      </dgm:t>
    </dgm:pt>
    <dgm:pt modelId="{536374AB-4F39-45D9-B8AD-A9433C36EF78}" type="sibTrans" cxnId="{4FD9B83D-3771-467A-9137-5E5816596A94}">
      <dgm:prSet/>
      <dgm:spPr/>
      <dgm:t>
        <a:bodyPr/>
        <a:lstStyle/>
        <a:p>
          <a:endParaRPr lang="en-US"/>
        </a:p>
      </dgm:t>
    </dgm:pt>
    <dgm:pt modelId="{0CC8864E-825F-42AF-8FF0-37E4E34DEF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Windows, MacOS, Linux*</a:t>
          </a:r>
        </a:p>
      </dgm:t>
    </dgm:pt>
    <dgm:pt modelId="{F4885BA5-54D2-4857-973A-5455FDFF4A60}" type="parTrans" cxnId="{F295AFB5-DF82-4100-AC62-12C4AE65FFD4}">
      <dgm:prSet/>
      <dgm:spPr/>
      <dgm:t>
        <a:bodyPr/>
        <a:lstStyle/>
        <a:p>
          <a:endParaRPr lang="en-US"/>
        </a:p>
      </dgm:t>
    </dgm:pt>
    <dgm:pt modelId="{7C80E521-F557-4738-A96B-DE8C76D43D33}" type="sibTrans" cxnId="{F295AFB5-DF82-4100-AC62-12C4AE65FFD4}">
      <dgm:prSet/>
      <dgm:spPr/>
      <dgm:t>
        <a:bodyPr/>
        <a:lstStyle/>
        <a:p>
          <a:endParaRPr lang="en-US"/>
        </a:p>
      </dgm:t>
    </dgm:pt>
    <dgm:pt modelId="{DDCB0274-EF82-4B78-A642-EA1374B30E4E}" type="pres">
      <dgm:prSet presAssocID="{7E2A4A33-3C98-4CF4-BE16-D601B97272A2}" presName="root" presStyleCnt="0">
        <dgm:presLayoutVars>
          <dgm:dir/>
          <dgm:resizeHandles val="exact"/>
        </dgm:presLayoutVars>
      </dgm:prSet>
      <dgm:spPr/>
    </dgm:pt>
    <dgm:pt modelId="{7371B048-43FC-45B8-AB17-9CAA3464CC11}" type="pres">
      <dgm:prSet presAssocID="{46ADFF0A-6FEE-4AE3-B67B-469F55C4B5EF}" presName="compNode" presStyleCnt="0"/>
      <dgm:spPr/>
    </dgm:pt>
    <dgm:pt modelId="{3F76FC5E-CBA0-4D10-8F1C-590B18B2E95A}" type="pres">
      <dgm:prSet presAssocID="{46ADFF0A-6FEE-4AE3-B67B-469F55C4B5E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CA19DCFC-0151-4AFF-8D02-5C57FB34E723}" type="pres">
      <dgm:prSet presAssocID="{46ADFF0A-6FEE-4AE3-B67B-469F55C4B5EF}" presName="iconSpace" presStyleCnt="0"/>
      <dgm:spPr/>
    </dgm:pt>
    <dgm:pt modelId="{12CC80D7-C89C-49FB-BE65-72A8CF2D3B53}" type="pres">
      <dgm:prSet presAssocID="{46ADFF0A-6FEE-4AE3-B67B-469F55C4B5EF}" presName="parTx" presStyleLbl="revTx" presStyleIdx="0" presStyleCnt="6">
        <dgm:presLayoutVars>
          <dgm:chMax val="0"/>
          <dgm:chPref val="0"/>
        </dgm:presLayoutVars>
      </dgm:prSet>
      <dgm:spPr/>
    </dgm:pt>
    <dgm:pt modelId="{1BBD6BA8-2AA3-4716-B988-F80C062634C5}" type="pres">
      <dgm:prSet presAssocID="{46ADFF0A-6FEE-4AE3-B67B-469F55C4B5EF}" presName="txSpace" presStyleCnt="0"/>
      <dgm:spPr/>
    </dgm:pt>
    <dgm:pt modelId="{CCAC6457-3717-49D3-9671-A3274578E762}" type="pres">
      <dgm:prSet presAssocID="{46ADFF0A-6FEE-4AE3-B67B-469F55C4B5EF}" presName="desTx" presStyleLbl="revTx" presStyleIdx="1" presStyleCnt="6">
        <dgm:presLayoutVars/>
      </dgm:prSet>
      <dgm:spPr/>
    </dgm:pt>
    <dgm:pt modelId="{4C7C1AD5-DD7A-466C-8EC6-8499A0C9F30F}" type="pres">
      <dgm:prSet presAssocID="{ED4C4FE7-F460-4BAB-B708-C3FEC1E62FE1}" presName="sibTrans" presStyleCnt="0"/>
      <dgm:spPr/>
    </dgm:pt>
    <dgm:pt modelId="{6D3B2FB2-F056-4276-BF31-6F0AC1198D9D}" type="pres">
      <dgm:prSet presAssocID="{82E058CF-E77A-4DB6-B7D9-973EF4A09B52}" presName="compNode" presStyleCnt="0"/>
      <dgm:spPr/>
    </dgm:pt>
    <dgm:pt modelId="{72254CC1-9B92-4D3C-A83B-A0271E6A29E0}" type="pres">
      <dgm:prSet presAssocID="{82E058CF-E77A-4DB6-B7D9-973EF4A09B5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FDE26812-00D1-45C1-B70D-D780C437B618}" type="pres">
      <dgm:prSet presAssocID="{82E058CF-E77A-4DB6-B7D9-973EF4A09B52}" presName="iconSpace" presStyleCnt="0"/>
      <dgm:spPr/>
    </dgm:pt>
    <dgm:pt modelId="{87E6AF10-A16F-4009-986F-6E8163DC4F3D}" type="pres">
      <dgm:prSet presAssocID="{82E058CF-E77A-4DB6-B7D9-973EF4A09B52}" presName="parTx" presStyleLbl="revTx" presStyleIdx="2" presStyleCnt="6">
        <dgm:presLayoutVars>
          <dgm:chMax val="0"/>
          <dgm:chPref val="0"/>
        </dgm:presLayoutVars>
      </dgm:prSet>
      <dgm:spPr/>
    </dgm:pt>
    <dgm:pt modelId="{A6CF4726-DA60-4C6E-BEB4-CD9C907BB415}" type="pres">
      <dgm:prSet presAssocID="{82E058CF-E77A-4DB6-B7D9-973EF4A09B52}" presName="txSpace" presStyleCnt="0"/>
      <dgm:spPr/>
    </dgm:pt>
    <dgm:pt modelId="{E5F6D5C8-4855-4434-B0D8-992D7B16E5A9}" type="pres">
      <dgm:prSet presAssocID="{82E058CF-E77A-4DB6-B7D9-973EF4A09B52}" presName="desTx" presStyleLbl="revTx" presStyleIdx="3" presStyleCnt="6">
        <dgm:presLayoutVars/>
      </dgm:prSet>
      <dgm:spPr/>
    </dgm:pt>
    <dgm:pt modelId="{E2521212-31AA-4E0D-AA90-7D248F5C5098}" type="pres">
      <dgm:prSet presAssocID="{A1C72508-118C-47DB-92AE-ACA500A67D7F}" presName="sibTrans" presStyleCnt="0"/>
      <dgm:spPr/>
    </dgm:pt>
    <dgm:pt modelId="{0396AA24-3CF7-4658-8E8E-552611DA1D08}" type="pres">
      <dgm:prSet presAssocID="{D691B16F-3E18-4904-BFF7-D30FF72F3D57}" presName="compNode" presStyleCnt="0"/>
      <dgm:spPr/>
    </dgm:pt>
    <dgm:pt modelId="{BFEAE557-242A-4960-9062-47D3C56AFEE6}" type="pres">
      <dgm:prSet presAssocID="{D691B16F-3E18-4904-BFF7-D30FF72F3D5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3952692-332D-47F5-A18C-99AD3B0CA429}" type="pres">
      <dgm:prSet presAssocID="{D691B16F-3E18-4904-BFF7-D30FF72F3D57}" presName="iconSpace" presStyleCnt="0"/>
      <dgm:spPr/>
    </dgm:pt>
    <dgm:pt modelId="{D635EDE5-5E5B-44B1-AB5E-50CF31E23740}" type="pres">
      <dgm:prSet presAssocID="{D691B16F-3E18-4904-BFF7-D30FF72F3D57}" presName="parTx" presStyleLbl="revTx" presStyleIdx="4" presStyleCnt="6">
        <dgm:presLayoutVars>
          <dgm:chMax val="0"/>
          <dgm:chPref val="0"/>
        </dgm:presLayoutVars>
      </dgm:prSet>
      <dgm:spPr/>
    </dgm:pt>
    <dgm:pt modelId="{A4B4CC43-4D0C-4201-88BB-94FE09864068}" type="pres">
      <dgm:prSet presAssocID="{D691B16F-3E18-4904-BFF7-D30FF72F3D57}" presName="txSpace" presStyleCnt="0"/>
      <dgm:spPr/>
    </dgm:pt>
    <dgm:pt modelId="{52DDC32E-01E8-4B13-8B58-67B67A57A158}" type="pres">
      <dgm:prSet presAssocID="{D691B16F-3E18-4904-BFF7-D30FF72F3D57}" presName="desTx" presStyleLbl="revTx" presStyleIdx="5" presStyleCnt="6">
        <dgm:presLayoutVars/>
      </dgm:prSet>
      <dgm:spPr/>
    </dgm:pt>
  </dgm:ptLst>
  <dgm:cxnLst>
    <dgm:cxn modelId="{27C1072A-D2AF-462C-AD07-3D0FF1078F8C}" srcId="{82E058CF-E77A-4DB6-B7D9-973EF4A09B52}" destId="{1D3112A1-04FD-4A05-AA0C-B2A0156E2B29}" srcOrd="0" destOrd="0" parTransId="{590C0530-FBE1-4577-8CCE-D01108B29B7F}" sibTransId="{0C5558FE-67A9-40F5-A136-28A1186B7B6C}"/>
    <dgm:cxn modelId="{4FD9B83D-3771-467A-9137-5E5816596A94}" srcId="{7E2A4A33-3C98-4CF4-BE16-D601B97272A2}" destId="{D691B16F-3E18-4904-BFF7-D30FF72F3D57}" srcOrd="2" destOrd="0" parTransId="{F7EF9D06-6508-475C-A4FC-0AA5C1AB4D23}" sibTransId="{536374AB-4F39-45D9-B8AD-A9433C36EF78}"/>
    <dgm:cxn modelId="{0CD7C03D-70AF-4CCD-AA87-25DE92640265}" type="presOf" srcId="{82E058CF-E77A-4DB6-B7D9-973EF4A09B52}" destId="{87E6AF10-A16F-4009-986F-6E8163DC4F3D}" srcOrd="0" destOrd="0" presId="urn:microsoft.com/office/officeart/2018/5/layout/CenteredIconLabelDescriptionList"/>
    <dgm:cxn modelId="{5455C23F-EB7B-4E0D-A37A-9B4EB0B310DE}" type="presOf" srcId="{0CC8864E-825F-42AF-8FF0-37E4E34DEF06}" destId="{52DDC32E-01E8-4B13-8B58-67B67A57A158}" srcOrd="0" destOrd="0" presId="urn:microsoft.com/office/officeart/2018/5/layout/CenteredIconLabelDescriptionList"/>
    <dgm:cxn modelId="{6F579B85-D69D-42E2-AA50-098A57A840A2}" srcId="{7E2A4A33-3C98-4CF4-BE16-D601B97272A2}" destId="{82E058CF-E77A-4DB6-B7D9-973EF4A09B52}" srcOrd="1" destOrd="0" parTransId="{9B0F20D6-AE8A-49E5-8F78-4F4E51AC148B}" sibTransId="{A1C72508-118C-47DB-92AE-ACA500A67D7F}"/>
    <dgm:cxn modelId="{3B05CB99-DC3D-4008-B463-E1A28A64F893}" type="presOf" srcId="{D691B16F-3E18-4904-BFF7-D30FF72F3D57}" destId="{D635EDE5-5E5B-44B1-AB5E-50CF31E23740}" srcOrd="0" destOrd="0" presId="urn:microsoft.com/office/officeart/2018/5/layout/CenteredIconLabelDescriptionList"/>
    <dgm:cxn modelId="{F295AFB5-DF82-4100-AC62-12C4AE65FFD4}" srcId="{D691B16F-3E18-4904-BFF7-D30FF72F3D57}" destId="{0CC8864E-825F-42AF-8FF0-37E4E34DEF06}" srcOrd="0" destOrd="0" parTransId="{F4885BA5-54D2-4857-973A-5455FDFF4A60}" sibTransId="{7C80E521-F557-4738-A96B-DE8C76D43D33}"/>
    <dgm:cxn modelId="{1849A7BD-3528-4D7E-AE4A-4A19EB0ACDC4}" type="presOf" srcId="{7E2A4A33-3C98-4CF4-BE16-D601B97272A2}" destId="{DDCB0274-EF82-4B78-A642-EA1374B30E4E}" srcOrd="0" destOrd="0" presId="urn:microsoft.com/office/officeart/2018/5/layout/CenteredIconLabelDescriptionList"/>
    <dgm:cxn modelId="{A8B0F7C9-4BA9-497D-838A-7516F31C2B8B}" srcId="{46ADFF0A-6FEE-4AE3-B67B-469F55C4B5EF}" destId="{71DB9B78-C715-4746-80DB-8CF1FB084315}" srcOrd="0" destOrd="0" parTransId="{B1C0423C-0CD4-4CD2-AE70-2FBF7BB60A66}" sibTransId="{6DA6E347-749A-4F96-A4E7-860BFAD9E71A}"/>
    <dgm:cxn modelId="{F1D842D5-FD8B-40CF-B54B-70E3B0C40F61}" type="presOf" srcId="{1D3112A1-04FD-4A05-AA0C-B2A0156E2B29}" destId="{E5F6D5C8-4855-4434-B0D8-992D7B16E5A9}" srcOrd="0" destOrd="0" presId="urn:microsoft.com/office/officeart/2018/5/layout/CenteredIconLabelDescriptionList"/>
    <dgm:cxn modelId="{BB3B81D9-A462-48CD-80D2-78F185E00BD0}" type="presOf" srcId="{46ADFF0A-6FEE-4AE3-B67B-469F55C4B5EF}" destId="{12CC80D7-C89C-49FB-BE65-72A8CF2D3B53}" srcOrd="0" destOrd="0" presId="urn:microsoft.com/office/officeart/2018/5/layout/CenteredIconLabelDescriptionList"/>
    <dgm:cxn modelId="{2EE5C0F6-38F0-4360-AE9F-BBBC7F34444C}" srcId="{7E2A4A33-3C98-4CF4-BE16-D601B97272A2}" destId="{46ADFF0A-6FEE-4AE3-B67B-469F55C4B5EF}" srcOrd="0" destOrd="0" parTransId="{BB73A865-966C-4F23-9051-8D495A4AA633}" sibTransId="{ED4C4FE7-F460-4BAB-B708-C3FEC1E62FE1}"/>
    <dgm:cxn modelId="{A5E60DFE-BFFF-406D-9B63-43B8790502B4}" type="presOf" srcId="{71DB9B78-C715-4746-80DB-8CF1FB084315}" destId="{CCAC6457-3717-49D3-9671-A3274578E762}" srcOrd="0" destOrd="0" presId="urn:microsoft.com/office/officeart/2018/5/layout/CenteredIconLabelDescriptionList"/>
    <dgm:cxn modelId="{BB6FA220-8319-40E8-A32E-68EF8C3A3012}" type="presParOf" srcId="{DDCB0274-EF82-4B78-A642-EA1374B30E4E}" destId="{7371B048-43FC-45B8-AB17-9CAA3464CC11}" srcOrd="0" destOrd="0" presId="urn:microsoft.com/office/officeart/2018/5/layout/CenteredIconLabelDescriptionList"/>
    <dgm:cxn modelId="{23436014-3DFD-4CF9-ADE8-7B0C7CDDF4D6}" type="presParOf" srcId="{7371B048-43FC-45B8-AB17-9CAA3464CC11}" destId="{3F76FC5E-CBA0-4D10-8F1C-590B18B2E95A}" srcOrd="0" destOrd="0" presId="urn:microsoft.com/office/officeart/2018/5/layout/CenteredIconLabelDescriptionList"/>
    <dgm:cxn modelId="{6955045F-1DB0-4222-9364-1CCACDA69453}" type="presParOf" srcId="{7371B048-43FC-45B8-AB17-9CAA3464CC11}" destId="{CA19DCFC-0151-4AFF-8D02-5C57FB34E723}" srcOrd="1" destOrd="0" presId="urn:microsoft.com/office/officeart/2018/5/layout/CenteredIconLabelDescriptionList"/>
    <dgm:cxn modelId="{A84C9047-ECA3-4235-9D02-1AC1AF5574CD}" type="presParOf" srcId="{7371B048-43FC-45B8-AB17-9CAA3464CC11}" destId="{12CC80D7-C89C-49FB-BE65-72A8CF2D3B53}" srcOrd="2" destOrd="0" presId="urn:microsoft.com/office/officeart/2018/5/layout/CenteredIconLabelDescriptionList"/>
    <dgm:cxn modelId="{042330C5-E2F2-47AA-AD72-733E8E3BC23D}" type="presParOf" srcId="{7371B048-43FC-45B8-AB17-9CAA3464CC11}" destId="{1BBD6BA8-2AA3-4716-B988-F80C062634C5}" srcOrd="3" destOrd="0" presId="urn:microsoft.com/office/officeart/2018/5/layout/CenteredIconLabelDescriptionList"/>
    <dgm:cxn modelId="{A0BA2B4C-411F-4AD7-9FA7-324E62AD635D}" type="presParOf" srcId="{7371B048-43FC-45B8-AB17-9CAA3464CC11}" destId="{CCAC6457-3717-49D3-9671-A3274578E762}" srcOrd="4" destOrd="0" presId="urn:microsoft.com/office/officeart/2018/5/layout/CenteredIconLabelDescriptionList"/>
    <dgm:cxn modelId="{3C4DA8E3-2CC0-412E-A18B-6077135BD358}" type="presParOf" srcId="{DDCB0274-EF82-4B78-A642-EA1374B30E4E}" destId="{4C7C1AD5-DD7A-466C-8EC6-8499A0C9F30F}" srcOrd="1" destOrd="0" presId="urn:microsoft.com/office/officeart/2018/5/layout/CenteredIconLabelDescriptionList"/>
    <dgm:cxn modelId="{264F1711-942A-4264-BCE5-B4ED2A948628}" type="presParOf" srcId="{DDCB0274-EF82-4B78-A642-EA1374B30E4E}" destId="{6D3B2FB2-F056-4276-BF31-6F0AC1198D9D}" srcOrd="2" destOrd="0" presId="urn:microsoft.com/office/officeart/2018/5/layout/CenteredIconLabelDescriptionList"/>
    <dgm:cxn modelId="{116369A6-9C46-43A6-B658-F1D5887A3A1C}" type="presParOf" srcId="{6D3B2FB2-F056-4276-BF31-6F0AC1198D9D}" destId="{72254CC1-9B92-4D3C-A83B-A0271E6A29E0}" srcOrd="0" destOrd="0" presId="urn:microsoft.com/office/officeart/2018/5/layout/CenteredIconLabelDescriptionList"/>
    <dgm:cxn modelId="{9944E4B7-18EA-4D5D-97A5-84BF1CAAABB1}" type="presParOf" srcId="{6D3B2FB2-F056-4276-BF31-6F0AC1198D9D}" destId="{FDE26812-00D1-45C1-B70D-D780C437B618}" srcOrd="1" destOrd="0" presId="urn:microsoft.com/office/officeart/2018/5/layout/CenteredIconLabelDescriptionList"/>
    <dgm:cxn modelId="{7661B87A-42D4-4DA9-9ADE-727D24979A14}" type="presParOf" srcId="{6D3B2FB2-F056-4276-BF31-6F0AC1198D9D}" destId="{87E6AF10-A16F-4009-986F-6E8163DC4F3D}" srcOrd="2" destOrd="0" presId="urn:microsoft.com/office/officeart/2018/5/layout/CenteredIconLabelDescriptionList"/>
    <dgm:cxn modelId="{F991B29F-6913-453D-A390-F04CC4DE292D}" type="presParOf" srcId="{6D3B2FB2-F056-4276-BF31-6F0AC1198D9D}" destId="{A6CF4726-DA60-4C6E-BEB4-CD9C907BB415}" srcOrd="3" destOrd="0" presId="urn:microsoft.com/office/officeart/2018/5/layout/CenteredIconLabelDescriptionList"/>
    <dgm:cxn modelId="{80A052D1-8A0E-4D67-8461-ED0D5B938E69}" type="presParOf" srcId="{6D3B2FB2-F056-4276-BF31-6F0AC1198D9D}" destId="{E5F6D5C8-4855-4434-B0D8-992D7B16E5A9}" srcOrd="4" destOrd="0" presId="urn:microsoft.com/office/officeart/2018/5/layout/CenteredIconLabelDescriptionList"/>
    <dgm:cxn modelId="{61BB5DAA-A6AF-4078-B523-05512137FAAD}" type="presParOf" srcId="{DDCB0274-EF82-4B78-A642-EA1374B30E4E}" destId="{E2521212-31AA-4E0D-AA90-7D248F5C5098}" srcOrd="3" destOrd="0" presId="urn:microsoft.com/office/officeart/2018/5/layout/CenteredIconLabelDescriptionList"/>
    <dgm:cxn modelId="{CFC3C097-4D39-4DCD-A2F0-E79BDE452840}" type="presParOf" srcId="{DDCB0274-EF82-4B78-A642-EA1374B30E4E}" destId="{0396AA24-3CF7-4658-8E8E-552611DA1D08}" srcOrd="4" destOrd="0" presId="urn:microsoft.com/office/officeart/2018/5/layout/CenteredIconLabelDescriptionList"/>
    <dgm:cxn modelId="{765658D5-532F-4417-BFD3-490DCABC5A08}" type="presParOf" srcId="{0396AA24-3CF7-4658-8E8E-552611DA1D08}" destId="{BFEAE557-242A-4960-9062-47D3C56AFEE6}" srcOrd="0" destOrd="0" presId="urn:microsoft.com/office/officeart/2018/5/layout/CenteredIconLabelDescriptionList"/>
    <dgm:cxn modelId="{7B98AD86-6C90-4690-9547-B5606F571CE1}" type="presParOf" srcId="{0396AA24-3CF7-4658-8E8E-552611DA1D08}" destId="{03952692-332D-47F5-A18C-99AD3B0CA429}" srcOrd="1" destOrd="0" presId="urn:microsoft.com/office/officeart/2018/5/layout/CenteredIconLabelDescriptionList"/>
    <dgm:cxn modelId="{09DD6C3B-E028-4BD8-8D17-4220FDDC9FEF}" type="presParOf" srcId="{0396AA24-3CF7-4658-8E8E-552611DA1D08}" destId="{D635EDE5-5E5B-44B1-AB5E-50CF31E23740}" srcOrd="2" destOrd="0" presId="urn:microsoft.com/office/officeart/2018/5/layout/CenteredIconLabelDescriptionList"/>
    <dgm:cxn modelId="{FE29626A-87B8-4F1E-8A28-9EC05DF9D636}" type="presParOf" srcId="{0396AA24-3CF7-4658-8E8E-552611DA1D08}" destId="{A4B4CC43-4D0C-4201-88BB-94FE09864068}" srcOrd="3" destOrd="0" presId="urn:microsoft.com/office/officeart/2018/5/layout/CenteredIconLabelDescriptionList"/>
    <dgm:cxn modelId="{A20465B5-B508-4627-AF7B-FFACF716D414}" type="presParOf" srcId="{0396AA24-3CF7-4658-8E8E-552611DA1D08}" destId="{52DDC32E-01E8-4B13-8B58-67B67A57A15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99AA2D-054A-4CDA-817B-DC465CB47F47}" type="doc">
      <dgm:prSet loTypeId="urn:microsoft.com/office/officeart/2018/2/layout/IconVerticalSolidList" loCatId="icon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0916D61-3461-4D04-9650-21C12F0ACE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Java as main Language</a:t>
          </a:r>
        </a:p>
      </dgm:t>
    </dgm:pt>
    <dgm:pt modelId="{43CB59D7-4A71-4C33-A6CA-E28EB459A14B}" type="parTrans" cxnId="{E140E476-71BC-4D56-8636-57908994D66B}">
      <dgm:prSet/>
      <dgm:spPr/>
      <dgm:t>
        <a:bodyPr/>
        <a:lstStyle/>
        <a:p>
          <a:endParaRPr lang="en-US"/>
        </a:p>
      </dgm:t>
    </dgm:pt>
    <dgm:pt modelId="{2AA8E8C2-D9D5-4D94-8271-074526B2DE92}" type="sibTrans" cxnId="{E140E476-71BC-4D56-8636-57908994D66B}">
      <dgm:prSet/>
      <dgm:spPr/>
      <dgm:t>
        <a:bodyPr/>
        <a:lstStyle/>
        <a:p>
          <a:endParaRPr lang="en-US"/>
        </a:p>
      </dgm:t>
    </dgm:pt>
    <dgm:pt modelId="{D34160B0-D8DF-4A68-8543-8A73256695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Uses JavaFX’s FXML &amp; CSS for UI</a:t>
          </a:r>
        </a:p>
      </dgm:t>
    </dgm:pt>
    <dgm:pt modelId="{A9F70477-C217-4E08-9EBE-F0C0F0D9FFB7}" type="parTrans" cxnId="{3A5167CC-CE1B-451B-8C02-8D5530CAAF01}">
      <dgm:prSet/>
      <dgm:spPr/>
      <dgm:t>
        <a:bodyPr/>
        <a:lstStyle/>
        <a:p>
          <a:endParaRPr lang="en-US"/>
        </a:p>
      </dgm:t>
    </dgm:pt>
    <dgm:pt modelId="{C9DCB2A1-7FF8-4028-8A19-CEC69877F518}" type="sibTrans" cxnId="{3A5167CC-CE1B-451B-8C02-8D5530CAAF01}">
      <dgm:prSet/>
      <dgm:spPr/>
      <dgm:t>
        <a:bodyPr/>
        <a:lstStyle/>
        <a:p>
          <a:endParaRPr lang="en-US"/>
        </a:p>
      </dgm:t>
    </dgm:pt>
    <dgm:pt modelId="{97486BF3-DF6B-4EC4-911C-77D7D793E6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Built using a Custom Game Engine using JavaFX</a:t>
          </a:r>
        </a:p>
      </dgm:t>
    </dgm:pt>
    <dgm:pt modelId="{6D41138C-A998-44E1-A221-B88FB6BA5CD9}" type="parTrans" cxnId="{C2017A24-1818-46E2-AFE0-6F87544CB026}">
      <dgm:prSet/>
      <dgm:spPr/>
      <dgm:t>
        <a:bodyPr/>
        <a:lstStyle/>
        <a:p>
          <a:endParaRPr lang="en-US"/>
        </a:p>
      </dgm:t>
    </dgm:pt>
    <dgm:pt modelId="{6AB749D9-F976-4FF1-8E59-798C99BB77B5}" type="sibTrans" cxnId="{C2017A24-1818-46E2-AFE0-6F87544CB026}">
      <dgm:prSet/>
      <dgm:spPr/>
      <dgm:t>
        <a:bodyPr/>
        <a:lstStyle/>
        <a:p>
          <a:endParaRPr lang="en-US"/>
        </a:p>
      </dgm:t>
    </dgm:pt>
    <dgm:pt modelId="{870BE043-C196-4A49-A967-FA21872B06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Architecture heavily inspired from Unity Game Engine</a:t>
          </a:r>
        </a:p>
      </dgm:t>
    </dgm:pt>
    <dgm:pt modelId="{285836A2-BE57-4F58-8A1A-2162345B1863}" type="parTrans" cxnId="{EA455195-A558-4139-BE41-F47845A727C2}">
      <dgm:prSet/>
      <dgm:spPr/>
      <dgm:t>
        <a:bodyPr/>
        <a:lstStyle/>
        <a:p>
          <a:endParaRPr lang="en-US"/>
        </a:p>
      </dgm:t>
    </dgm:pt>
    <dgm:pt modelId="{D875E80A-8367-4EF6-9AA3-5C2D3A71E847}" type="sibTrans" cxnId="{EA455195-A558-4139-BE41-F47845A727C2}">
      <dgm:prSet/>
      <dgm:spPr/>
      <dgm:t>
        <a:bodyPr/>
        <a:lstStyle/>
        <a:p>
          <a:endParaRPr lang="en-US"/>
        </a:p>
      </dgm:t>
    </dgm:pt>
    <dgm:pt modelId="{FEE356BD-3365-47FC-9503-8E6944D9B1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Consists of two separate independent modules; Engine &amp; Game</a:t>
          </a:r>
        </a:p>
      </dgm:t>
    </dgm:pt>
    <dgm:pt modelId="{74C5A296-2962-41A2-A724-F668D5AA6A27}" type="parTrans" cxnId="{68F04860-0E70-4369-B9E7-EB26279F40AC}">
      <dgm:prSet/>
      <dgm:spPr/>
      <dgm:t>
        <a:bodyPr/>
        <a:lstStyle/>
        <a:p>
          <a:endParaRPr lang="en-US"/>
        </a:p>
      </dgm:t>
    </dgm:pt>
    <dgm:pt modelId="{35C6800E-EC91-4E1E-85F7-C8EBE6E9278F}" type="sibTrans" cxnId="{68F04860-0E70-4369-B9E7-EB26279F40AC}">
      <dgm:prSet/>
      <dgm:spPr/>
      <dgm:t>
        <a:bodyPr/>
        <a:lstStyle/>
        <a:p>
          <a:endParaRPr lang="en-US"/>
        </a:p>
      </dgm:t>
    </dgm:pt>
    <dgm:pt modelId="{E786C85D-27EE-4345-8282-3252916F1E27}" type="pres">
      <dgm:prSet presAssocID="{1599AA2D-054A-4CDA-817B-DC465CB47F47}" presName="root" presStyleCnt="0">
        <dgm:presLayoutVars>
          <dgm:dir/>
          <dgm:resizeHandles val="exact"/>
        </dgm:presLayoutVars>
      </dgm:prSet>
      <dgm:spPr/>
    </dgm:pt>
    <dgm:pt modelId="{8186706C-5559-49E2-9C52-6807D96EB041}" type="pres">
      <dgm:prSet presAssocID="{D0916D61-3461-4D04-9650-21C12F0ACE1D}" presName="compNode" presStyleCnt="0"/>
      <dgm:spPr/>
    </dgm:pt>
    <dgm:pt modelId="{E26211BB-F951-4746-A079-8DCAB4F2E6AC}" type="pres">
      <dgm:prSet presAssocID="{D0916D61-3461-4D04-9650-21C12F0ACE1D}" presName="bgRect" presStyleLbl="bgShp" presStyleIdx="0" presStyleCnt="5"/>
      <dgm:spPr/>
    </dgm:pt>
    <dgm:pt modelId="{9E7D1E51-FFA8-439F-B901-E25520E9CAB1}" type="pres">
      <dgm:prSet presAssocID="{D0916D61-3461-4D04-9650-21C12F0ACE1D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FCA2CC84-681A-4236-A735-FD364861C5B4}" type="pres">
      <dgm:prSet presAssocID="{D0916D61-3461-4D04-9650-21C12F0ACE1D}" presName="spaceRect" presStyleCnt="0"/>
      <dgm:spPr/>
    </dgm:pt>
    <dgm:pt modelId="{09BEDD95-F137-4A91-83AE-D6AFA3A2F367}" type="pres">
      <dgm:prSet presAssocID="{D0916D61-3461-4D04-9650-21C12F0ACE1D}" presName="parTx" presStyleLbl="revTx" presStyleIdx="0" presStyleCnt="5">
        <dgm:presLayoutVars>
          <dgm:chMax val="0"/>
          <dgm:chPref val="0"/>
        </dgm:presLayoutVars>
      </dgm:prSet>
      <dgm:spPr/>
    </dgm:pt>
    <dgm:pt modelId="{309BEA8E-7B21-4994-86D1-3E8D1F4F6C87}" type="pres">
      <dgm:prSet presAssocID="{2AA8E8C2-D9D5-4D94-8271-074526B2DE92}" presName="sibTrans" presStyleCnt="0"/>
      <dgm:spPr/>
    </dgm:pt>
    <dgm:pt modelId="{FDF3F807-08CF-4319-8AF2-CB35CD77281B}" type="pres">
      <dgm:prSet presAssocID="{D34160B0-D8DF-4A68-8543-8A73256695FA}" presName="compNode" presStyleCnt="0"/>
      <dgm:spPr/>
    </dgm:pt>
    <dgm:pt modelId="{F12B09B2-F3E8-4E86-B73C-867B4107106E}" type="pres">
      <dgm:prSet presAssocID="{D34160B0-D8DF-4A68-8543-8A73256695FA}" presName="bgRect" presStyleLbl="bgShp" presStyleIdx="1" presStyleCnt="5"/>
      <dgm:spPr/>
    </dgm:pt>
    <dgm:pt modelId="{7365F4CD-FFA3-4AD0-A796-D0B94815A9D4}" type="pres">
      <dgm:prSet presAssocID="{D34160B0-D8DF-4A68-8543-8A73256695FA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A8C6AD77-4FB9-4937-A113-A34578EE110D}" type="pres">
      <dgm:prSet presAssocID="{D34160B0-D8DF-4A68-8543-8A73256695FA}" presName="spaceRect" presStyleCnt="0"/>
      <dgm:spPr/>
    </dgm:pt>
    <dgm:pt modelId="{579C292B-1AE6-40A9-8F98-9A5ECC4CC709}" type="pres">
      <dgm:prSet presAssocID="{D34160B0-D8DF-4A68-8543-8A73256695FA}" presName="parTx" presStyleLbl="revTx" presStyleIdx="1" presStyleCnt="5">
        <dgm:presLayoutVars>
          <dgm:chMax val="0"/>
          <dgm:chPref val="0"/>
        </dgm:presLayoutVars>
      </dgm:prSet>
      <dgm:spPr/>
    </dgm:pt>
    <dgm:pt modelId="{94BEED3D-FA94-4303-A3F7-45A8989F1B7E}" type="pres">
      <dgm:prSet presAssocID="{C9DCB2A1-7FF8-4028-8A19-CEC69877F518}" presName="sibTrans" presStyleCnt="0"/>
      <dgm:spPr/>
    </dgm:pt>
    <dgm:pt modelId="{2C24CBBB-6145-455F-8F6C-77A9CFA65251}" type="pres">
      <dgm:prSet presAssocID="{97486BF3-DF6B-4EC4-911C-77D7D793E6F6}" presName="compNode" presStyleCnt="0"/>
      <dgm:spPr/>
    </dgm:pt>
    <dgm:pt modelId="{43717C10-7CC7-4EB6-95AC-4D81F75CA510}" type="pres">
      <dgm:prSet presAssocID="{97486BF3-DF6B-4EC4-911C-77D7D793E6F6}" presName="bgRect" presStyleLbl="bgShp" presStyleIdx="2" presStyleCnt="5"/>
      <dgm:spPr/>
    </dgm:pt>
    <dgm:pt modelId="{9A91601E-540D-4D21-9447-51ED4A6E7C7E}" type="pres">
      <dgm:prSet presAssocID="{97486BF3-DF6B-4EC4-911C-77D7D793E6F6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0269A96-F9C2-4BB2-A712-32E2C316D2B4}" type="pres">
      <dgm:prSet presAssocID="{97486BF3-DF6B-4EC4-911C-77D7D793E6F6}" presName="spaceRect" presStyleCnt="0"/>
      <dgm:spPr/>
    </dgm:pt>
    <dgm:pt modelId="{7164808D-9F34-4981-B84A-643AFF1A92FF}" type="pres">
      <dgm:prSet presAssocID="{97486BF3-DF6B-4EC4-911C-77D7D793E6F6}" presName="parTx" presStyleLbl="revTx" presStyleIdx="2" presStyleCnt="5">
        <dgm:presLayoutVars>
          <dgm:chMax val="0"/>
          <dgm:chPref val="0"/>
        </dgm:presLayoutVars>
      </dgm:prSet>
      <dgm:spPr/>
    </dgm:pt>
    <dgm:pt modelId="{C2B5FA10-113F-4B39-91C6-1443FE1C0A88}" type="pres">
      <dgm:prSet presAssocID="{6AB749D9-F976-4FF1-8E59-798C99BB77B5}" presName="sibTrans" presStyleCnt="0"/>
      <dgm:spPr/>
    </dgm:pt>
    <dgm:pt modelId="{A2338631-F44E-4EC0-959C-C3F2A3125BC7}" type="pres">
      <dgm:prSet presAssocID="{870BE043-C196-4A49-A967-FA21872B06A7}" presName="compNode" presStyleCnt="0"/>
      <dgm:spPr/>
    </dgm:pt>
    <dgm:pt modelId="{B7A3E814-8BBE-4A36-B98C-C845006ED7B2}" type="pres">
      <dgm:prSet presAssocID="{870BE043-C196-4A49-A967-FA21872B06A7}" presName="bgRect" presStyleLbl="bgShp" presStyleIdx="3" presStyleCnt="5"/>
      <dgm:spPr/>
    </dgm:pt>
    <dgm:pt modelId="{9AB1F176-9725-4A95-87C4-626A298C7DF3}" type="pres">
      <dgm:prSet presAssocID="{870BE043-C196-4A49-A967-FA21872B06A7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A55971C-C061-4345-82D0-8410D2E6E755}" type="pres">
      <dgm:prSet presAssocID="{870BE043-C196-4A49-A967-FA21872B06A7}" presName="spaceRect" presStyleCnt="0"/>
      <dgm:spPr/>
    </dgm:pt>
    <dgm:pt modelId="{7F3D069E-AB23-4CEA-9B36-131236673B75}" type="pres">
      <dgm:prSet presAssocID="{870BE043-C196-4A49-A967-FA21872B06A7}" presName="parTx" presStyleLbl="revTx" presStyleIdx="3" presStyleCnt="5">
        <dgm:presLayoutVars>
          <dgm:chMax val="0"/>
          <dgm:chPref val="0"/>
        </dgm:presLayoutVars>
      </dgm:prSet>
      <dgm:spPr/>
    </dgm:pt>
    <dgm:pt modelId="{966E922D-5D6C-4ABC-826F-B3D3737DDB24}" type="pres">
      <dgm:prSet presAssocID="{D875E80A-8367-4EF6-9AA3-5C2D3A71E847}" presName="sibTrans" presStyleCnt="0"/>
      <dgm:spPr/>
    </dgm:pt>
    <dgm:pt modelId="{3DB8C79A-0602-4EF2-AE2F-48901103A790}" type="pres">
      <dgm:prSet presAssocID="{FEE356BD-3365-47FC-9503-8E6944D9B1FA}" presName="compNode" presStyleCnt="0"/>
      <dgm:spPr/>
    </dgm:pt>
    <dgm:pt modelId="{D56A822D-1A7B-4CD8-85C8-D93B550C8D19}" type="pres">
      <dgm:prSet presAssocID="{FEE356BD-3365-47FC-9503-8E6944D9B1FA}" presName="bgRect" presStyleLbl="bgShp" presStyleIdx="4" presStyleCnt="5"/>
      <dgm:spPr/>
    </dgm:pt>
    <dgm:pt modelId="{B9C80CF3-CFD9-470E-83F4-6B1D029A1A89}" type="pres">
      <dgm:prSet presAssocID="{FEE356BD-3365-47FC-9503-8E6944D9B1FA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32B78B15-5E8A-4F1A-96A2-1959B05216D5}" type="pres">
      <dgm:prSet presAssocID="{FEE356BD-3365-47FC-9503-8E6944D9B1FA}" presName="spaceRect" presStyleCnt="0"/>
      <dgm:spPr/>
    </dgm:pt>
    <dgm:pt modelId="{0C5117F1-0EC3-4F79-97B1-715E81E084D6}" type="pres">
      <dgm:prSet presAssocID="{FEE356BD-3365-47FC-9503-8E6944D9B1F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92B9E07-9263-4067-A5ED-CDD5B5AAFBE5}" type="presOf" srcId="{1599AA2D-054A-4CDA-817B-DC465CB47F47}" destId="{E786C85D-27EE-4345-8282-3252916F1E27}" srcOrd="0" destOrd="0" presId="urn:microsoft.com/office/officeart/2018/2/layout/IconVerticalSolidList"/>
    <dgm:cxn modelId="{B3B6C215-0387-4218-9607-414B71092BCB}" type="presOf" srcId="{97486BF3-DF6B-4EC4-911C-77D7D793E6F6}" destId="{7164808D-9F34-4981-B84A-643AFF1A92FF}" srcOrd="0" destOrd="0" presId="urn:microsoft.com/office/officeart/2018/2/layout/IconVerticalSolidList"/>
    <dgm:cxn modelId="{0014B717-2344-432D-81A7-7AC7EDE97164}" type="presOf" srcId="{870BE043-C196-4A49-A967-FA21872B06A7}" destId="{7F3D069E-AB23-4CEA-9B36-131236673B75}" srcOrd="0" destOrd="0" presId="urn:microsoft.com/office/officeart/2018/2/layout/IconVerticalSolidList"/>
    <dgm:cxn modelId="{A142F31A-62EB-4D72-9A20-B4BAB6CF9901}" type="presOf" srcId="{D34160B0-D8DF-4A68-8543-8A73256695FA}" destId="{579C292B-1AE6-40A9-8F98-9A5ECC4CC709}" srcOrd="0" destOrd="0" presId="urn:microsoft.com/office/officeart/2018/2/layout/IconVerticalSolidList"/>
    <dgm:cxn modelId="{C2017A24-1818-46E2-AFE0-6F87544CB026}" srcId="{1599AA2D-054A-4CDA-817B-DC465CB47F47}" destId="{97486BF3-DF6B-4EC4-911C-77D7D793E6F6}" srcOrd="2" destOrd="0" parTransId="{6D41138C-A998-44E1-A221-B88FB6BA5CD9}" sibTransId="{6AB749D9-F976-4FF1-8E59-798C99BB77B5}"/>
    <dgm:cxn modelId="{68F04860-0E70-4369-B9E7-EB26279F40AC}" srcId="{1599AA2D-054A-4CDA-817B-DC465CB47F47}" destId="{FEE356BD-3365-47FC-9503-8E6944D9B1FA}" srcOrd="4" destOrd="0" parTransId="{74C5A296-2962-41A2-A724-F668D5AA6A27}" sibTransId="{35C6800E-EC91-4E1E-85F7-C8EBE6E9278F}"/>
    <dgm:cxn modelId="{E140E476-71BC-4D56-8636-57908994D66B}" srcId="{1599AA2D-054A-4CDA-817B-DC465CB47F47}" destId="{D0916D61-3461-4D04-9650-21C12F0ACE1D}" srcOrd="0" destOrd="0" parTransId="{43CB59D7-4A71-4C33-A6CA-E28EB459A14B}" sibTransId="{2AA8E8C2-D9D5-4D94-8271-074526B2DE92}"/>
    <dgm:cxn modelId="{EA455195-A558-4139-BE41-F47845A727C2}" srcId="{1599AA2D-054A-4CDA-817B-DC465CB47F47}" destId="{870BE043-C196-4A49-A967-FA21872B06A7}" srcOrd="3" destOrd="0" parTransId="{285836A2-BE57-4F58-8A1A-2162345B1863}" sibTransId="{D875E80A-8367-4EF6-9AA3-5C2D3A71E847}"/>
    <dgm:cxn modelId="{3A5167CC-CE1B-451B-8C02-8D5530CAAF01}" srcId="{1599AA2D-054A-4CDA-817B-DC465CB47F47}" destId="{D34160B0-D8DF-4A68-8543-8A73256695FA}" srcOrd="1" destOrd="0" parTransId="{A9F70477-C217-4E08-9EBE-F0C0F0D9FFB7}" sibTransId="{C9DCB2A1-7FF8-4028-8A19-CEC69877F518}"/>
    <dgm:cxn modelId="{E7E1DCE4-03D0-4BB6-930E-C775D22E77E8}" type="presOf" srcId="{D0916D61-3461-4D04-9650-21C12F0ACE1D}" destId="{09BEDD95-F137-4A91-83AE-D6AFA3A2F367}" srcOrd="0" destOrd="0" presId="urn:microsoft.com/office/officeart/2018/2/layout/IconVerticalSolidList"/>
    <dgm:cxn modelId="{F132A4E9-E118-435D-8157-892B35637206}" type="presOf" srcId="{FEE356BD-3365-47FC-9503-8E6944D9B1FA}" destId="{0C5117F1-0EC3-4F79-97B1-715E81E084D6}" srcOrd="0" destOrd="0" presId="urn:microsoft.com/office/officeart/2018/2/layout/IconVerticalSolidList"/>
    <dgm:cxn modelId="{EF1D299F-E90D-40AA-99C3-F95B6E393B64}" type="presParOf" srcId="{E786C85D-27EE-4345-8282-3252916F1E27}" destId="{8186706C-5559-49E2-9C52-6807D96EB041}" srcOrd="0" destOrd="0" presId="urn:microsoft.com/office/officeart/2018/2/layout/IconVerticalSolidList"/>
    <dgm:cxn modelId="{1672456B-11EE-4066-B3C9-7243CDEF29C0}" type="presParOf" srcId="{8186706C-5559-49E2-9C52-6807D96EB041}" destId="{E26211BB-F951-4746-A079-8DCAB4F2E6AC}" srcOrd="0" destOrd="0" presId="urn:microsoft.com/office/officeart/2018/2/layout/IconVerticalSolidList"/>
    <dgm:cxn modelId="{7BA8A4C0-2D17-4036-A453-70822B33189A}" type="presParOf" srcId="{8186706C-5559-49E2-9C52-6807D96EB041}" destId="{9E7D1E51-FFA8-439F-B901-E25520E9CAB1}" srcOrd="1" destOrd="0" presId="urn:microsoft.com/office/officeart/2018/2/layout/IconVerticalSolidList"/>
    <dgm:cxn modelId="{1F3A13F4-9366-4A07-A85D-5F28C4AD6764}" type="presParOf" srcId="{8186706C-5559-49E2-9C52-6807D96EB041}" destId="{FCA2CC84-681A-4236-A735-FD364861C5B4}" srcOrd="2" destOrd="0" presId="urn:microsoft.com/office/officeart/2018/2/layout/IconVerticalSolidList"/>
    <dgm:cxn modelId="{530A6F3C-25CF-453C-9F2C-E6AA842E1204}" type="presParOf" srcId="{8186706C-5559-49E2-9C52-6807D96EB041}" destId="{09BEDD95-F137-4A91-83AE-D6AFA3A2F367}" srcOrd="3" destOrd="0" presId="urn:microsoft.com/office/officeart/2018/2/layout/IconVerticalSolidList"/>
    <dgm:cxn modelId="{9A66B6EB-FA64-40E9-8FF6-FE087BA6573C}" type="presParOf" srcId="{E786C85D-27EE-4345-8282-3252916F1E27}" destId="{309BEA8E-7B21-4994-86D1-3E8D1F4F6C87}" srcOrd="1" destOrd="0" presId="urn:microsoft.com/office/officeart/2018/2/layout/IconVerticalSolidList"/>
    <dgm:cxn modelId="{354E5B80-1043-4DBF-8E74-9061A5D3AA31}" type="presParOf" srcId="{E786C85D-27EE-4345-8282-3252916F1E27}" destId="{FDF3F807-08CF-4319-8AF2-CB35CD77281B}" srcOrd="2" destOrd="0" presId="urn:microsoft.com/office/officeart/2018/2/layout/IconVerticalSolidList"/>
    <dgm:cxn modelId="{BC1EA9AF-90C8-4575-8D85-ED109A683BC8}" type="presParOf" srcId="{FDF3F807-08CF-4319-8AF2-CB35CD77281B}" destId="{F12B09B2-F3E8-4E86-B73C-867B4107106E}" srcOrd="0" destOrd="0" presId="urn:microsoft.com/office/officeart/2018/2/layout/IconVerticalSolidList"/>
    <dgm:cxn modelId="{B18433B5-813C-43A5-A834-24DB847C0D21}" type="presParOf" srcId="{FDF3F807-08CF-4319-8AF2-CB35CD77281B}" destId="{7365F4CD-FFA3-4AD0-A796-D0B94815A9D4}" srcOrd="1" destOrd="0" presId="urn:microsoft.com/office/officeart/2018/2/layout/IconVerticalSolidList"/>
    <dgm:cxn modelId="{A9931D95-FC0A-4102-8B31-17245AE5440B}" type="presParOf" srcId="{FDF3F807-08CF-4319-8AF2-CB35CD77281B}" destId="{A8C6AD77-4FB9-4937-A113-A34578EE110D}" srcOrd="2" destOrd="0" presId="urn:microsoft.com/office/officeart/2018/2/layout/IconVerticalSolidList"/>
    <dgm:cxn modelId="{25E424B9-30BD-4BFD-9790-54F531BB267B}" type="presParOf" srcId="{FDF3F807-08CF-4319-8AF2-CB35CD77281B}" destId="{579C292B-1AE6-40A9-8F98-9A5ECC4CC709}" srcOrd="3" destOrd="0" presId="urn:microsoft.com/office/officeart/2018/2/layout/IconVerticalSolidList"/>
    <dgm:cxn modelId="{9ECB3175-C794-4593-99C5-0928B978B5ED}" type="presParOf" srcId="{E786C85D-27EE-4345-8282-3252916F1E27}" destId="{94BEED3D-FA94-4303-A3F7-45A8989F1B7E}" srcOrd="3" destOrd="0" presId="urn:microsoft.com/office/officeart/2018/2/layout/IconVerticalSolidList"/>
    <dgm:cxn modelId="{16BBCB35-0B21-4E0A-9DD8-A3E7E3B04569}" type="presParOf" srcId="{E786C85D-27EE-4345-8282-3252916F1E27}" destId="{2C24CBBB-6145-455F-8F6C-77A9CFA65251}" srcOrd="4" destOrd="0" presId="urn:microsoft.com/office/officeart/2018/2/layout/IconVerticalSolidList"/>
    <dgm:cxn modelId="{05F847D2-91D0-4CE3-8B1B-44A3602CDE17}" type="presParOf" srcId="{2C24CBBB-6145-455F-8F6C-77A9CFA65251}" destId="{43717C10-7CC7-4EB6-95AC-4D81F75CA510}" srcOrd="0" destOrd="0" presId="urn:microsoft.com/office/officeart/2018/2/layout/IconVerticalSolidList"/>
    <dgm:cxn modelId="{D611B1B1-105E-43D0-B027-811E3EA69684}" type="presParOf" srcId="{2C24CBBB-6145-455F-8F6C-77A9CFA65251}" destId="{9A91601E-540D-4D21-9447-51ED4A6E7C7E}" srcOrd="1" destOrd="0" presId="urn:microsoft.com/office/officeart/2018/2/layout/IconVerticalSolidList"/>
    <dgm:cxn modelId="{FAC59A47-9B30-4968-98EC-4616E585F31A}" type="presParOf" srcId="{2C24CBBB-6145-455F-8F6C-77A9CFA65251}" destId="{C0269A96-F9C2-4BB2-A712-32E2C316D2B4}" srcOrd="2" destOrd="0" presId="urn:microsoft.com/office/officeart/2018/2/layout/IconVerticalSolidList"/>
    <dgm:cxn modelId="{DC656D86-D89B-4368-9AB9-401D0B001520}" type="presParOf" srcId="{2C24CBBB-6145-455F-8F6C-77A9CFA65251}" destId="{7164808D-9F34-4981-B84A-643AFF1A92FF}" srcOrd="3" destOrd="0" presId="urn:microsoft.com/office/officeart/2018/2/layout/IconVerticalSolidList"/>
    <dgm:cxn modelId="{A300AE30-A6F7-4D7F-93AE-7003A0765E0F}" type="presParOf" srcId="{E786C85D-27EE-4345-8282-3252916F1E27}" destId="{C2B5FA10-113F-4B39-91C6-1443FE1C0A88}" srcOrd="5" destOrd="0" presId="urn:microsoft.com/office/officeart/2018/2/layout/IconVerticalSolidList"/>
    <dgm:cxn modelId="{1AC952A1-F2B9-4822-A360-1F6FC9498980}" type="presParOf" srcId="{E786C85D-27EE-4345-8282-3252916F1E27}" destId="{A2338631-F44E-4EC0-959C-C3F2A3125BC7}" srcOrd="6" destOrd="0" presId="urn:microsoft.com/office/officeart/2018/2/layout/IconVerticalSolidList"/>
    <dgm:cxn modelId="{0AEDB132-8AA7-4E75-BB63-3DC867E59D3B}" type="presParOf" srcId="{A2338631-F44E-4EC0-959C-C3F2A3125BC7}" destId="{B7A3E814-8BBE-4A36-B98C-C845006ED7B2}" srcOrd="0" destOrd="0" presId="urn:microsoft.com/office/officeart/2018/2/layout/IconVerticalSolidList"/>
    <dgm:cxn modelId="{0E305C0E-EFDB-4D82-B0E5-3DDA9506B37E}" type="presParOf" srcId="{A2338631-F44E-4EC0-959C-C3F2A3125BC7}" destId="{9AB1F176-9725-4A95-87C4-626A298C7DF3}" srcOrd="1" destOrd="0" presId="urn:microsoft.com/office/officeart/2018/2/layout/IconVerticalSolidList"/>
    <dgm:cxn modelId="{18741C86-2EA7-4985-9919-F0A4082C476E}" type="presParOf" srcId="{A2338631-F44E-4EC0-959C-C3F2A3125BC7}" destId="{5A55971C-C061-4345-82D0-8410D2E6E755}" srcOrd="2" destOrd="0" presId="urn:microsoft.com/office/officeart/2018/2/layout/IconVerticalSolidList"/>
    <dgm:cxn modelId="{3D2E897E-D6D5-4310-A662-4C1AF7DCF8F2}" type="presParOf" srcId="{A2338631-F44E-4EC0-959C-C3F2A3125BC7}" destId="{7F3D069E-AB23-4CEA-9B36-131236673B75}" srcOrd="3" destOrd="0" presId="urn:microsoft.com/office/officeart/2018/2/layout/IconVerticalSolidList"/>
    <dgm:cxn modelId="{F429FC93-4296-4B9E-A05E-599F1288D637}" type="presParOf" srcId="{E786C85D-27EE-4345-8282-3252916F1E27}" destId="{966E922D-5D6C-4ABC-826F-B3D3737DDB24}" srcOrd="7" destOrd="0" presId="urn:microsoft.com/office/officeart/2018/2/layout/IconVerticalSolidList"/>
    <dgm:cxn modelId="{1BA33B98-61B1-4432-837E-559B8F3FA5FF}" type="presParOf" srcId="{E786C85D-27EE-4345-8282-3252916F1E27}" destId="{3DB8C79A-0602-4EF2-AE2F-48901103A790}" srcOrd="8" destOrd="0" presId="urn:microsoft.com/office/officeart/2018/2/layout/IconVerticalSolidList"/>
    <dgm:cxn modelId="{E1223920-E63A-4F0B-9F4F-4965D79428A8}" type="presParOf" srcId="{3DB8C79A-0602-4EF2-AE2F-48901103A790}" destId="{D56A822D-1A7B-4CD8-85C8-D93B550C8D19}" srcOrd="0" destOrd="0" presId="urn:microsoft.com/office/officeart/2018/2/layout/IconVerticalSolidList"/>
    <dgm:cxn modelId="{39B307D2-59FF-4D62-87CC-2CC371FF9B49}" type="presParOf" srcId="{3DB8C79A-0602-4EF2-AE2F-48901103A790}" destId="{B9C80CF3-CFD9-470E-83F4-6B1D029A1A89}" srcOrd="1" destOrd="0" presId="urn:microsoft.com/office/officeart/2018/2/layout/IconVerticalSolidList"/>
    <dgm:cxn modelId="{C1B06116-69D1-4941-84D9-E36856F5225F}" type="presParOf" srcId="{3DB8C79A-0602-4EF2-AE2F-48901103A790}" destId="{32B78B15-5E8A-4F1A-96A2-1959B05216D5}" srcOrd="2" destOrd="0" presId="urn:microsoft.com/office/officeart/2018/2/layout/IconVerticalSolidList"/>
    <dgm:cxn modelId="{190843FB-502A-4E05-9D29-2F1361DE4182}" type="presParOf" srcId="{3DB8C79A-0602-4EF2-AE2F-48901103A790}" destId="{0C5117F1-0EC3-4F79-97B1-715E81E084D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668C838-0AA3-244E-B0BE-D3A5F8A45AC5}" type="doc">
      <dgm:prSet loTypeId="urn:microsoft.com/office/officeart/2008/layout/VerticalCurvedList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4BE734-B114-9C44-AB9D-1A9F960201C9}">
      <dgm:prSet/>
      <dgm:spPr/>
      <dgm:t>
        <a:bodyPr/>
        <a:lstStyle/>
        <a:p>
          <a:r>
            <a:rPr lang="en-US"/>
            <a:t>Start</a:t>
          </a:r>
        </a:p>
      </dgm:t>
    </dgm:pt>
    <dgm:pt modelId="{F5961F75-E5C3-C845-9090-A88E41B5A571}" type="parTrans" cxnId="{A2015411-3771-014A-BAB9-42318DC31BB3}">
      <dgm:prSet/>
      <dgm:spPr/>
      <dgm:t>
        <a:bodyPr/>
        <a:lstStyle/>
        <a:p>
          <a:endParaRPr lang="en-US"/>
        </a:p>
      </dgm:t>
    </dgm:pt>
    <dgm:pt modelId="{E21BF783-35E5-E046-BD12-D1F2F156C434}" type="sibTrans" cxnId="{A2015411-3771-014A-BAB9-42318DC31BB3}">
      <dgm:prSet/>
      <dgm:spPr/>
      <dgm:t>
        <a:bodyPr/>
        <a:lstStyle/>
        <a:p>
          <a:endParaRPr lang="en-US"/>
        </a:p>
      </dgm:t>
    </dgm:pt>
    <dgm:pt modelId="{2B93C740-AE05-5D48-8040-03532353E90F}">
      <dgm:prSet/>
      <dgm:spPr/>
      <dgm:t>
        <a:bodyPr/>
        <a:lstStyle/>
        <a:p>
          <a:r>
            <a:rPr lang="en-US"/>
            <a:t>Initialize</a:t>
          </a:r>
        </a:p>
      </dgm:t>
    </dgm:pt>
    <dgm:pt modelId="{18B74CD1-8C9F-E34A-82E5-F8D641729563}" type="parTrans" cxnId="{186ED48A-3ECC-CD49-AB32-CCE59C854D72}">
      <dgm:prSet/>
      <dgm:spPr/>
      <dgm:t>
        <a:bodyPr/>
        <a:lstStyle/>
        <a:p>
          <a:endParaRPr lang="en-US"/>
        </a:p>
      </dgm:t>
    </dgm:pt>
    <dgm:pt modelId="{332BB6B4-5F9C-654E-927A-BE72E4F0AA22}" type="sibTrans" cxnId="{186ED48A-3ECC-CD49-AB32-CCE59C854D72}">
      <dgm:prSet/>
      <dgm:spPr/>
      <dgm:t>
        <a:bodyPr/>
        <a:lstStyle/>
        <a:p>
          <a:endParaRPr lang="en-US"/>
        </a:p>
      </dgm:t>
    </dgm:pt>
    <dgm:pt modelId="{A95D3953-2E84-4341-B8AF-FA1D7E9CB178}">
      <dgm:prSet/>
      <dgm:spPr/>
      <dgm:t>
        <a:bodyPr/>
        <a:lstStyle/>
        <a:p>
          <a:r>
            <a:rPr lang="en-US"/>
            <a:t>Start Game Loop</a:t>
          </a:r>
        </a:p>
      </dgm:t>
    </dgm:pt>
    <dgm:pt modelId="{3589EF4B-6347-164E-AAE5-C6DC03E78DD0}" type="parTrans" cxnId="{33D584DA-215A-3346-A097-AD19961180BF}">
      <dgm:prSet/>
      <dgm:spPr/>
      <dgm:t>
        <a:bodyPr/>
        <a:lstStyle/>
        <a:p>
          <a:endParaRPr lang="en-US"/>
        </a:p>
      </dgm:t>
    </dgm:pt>
    <dgm:pt modelId="{8C805691-8B0B-0645-9728-FE2134CE0975}" type="sibTrans" cxnId="{33D584DA-215A-3346-A097-AD19961180BF}">
      <dgm:prSet/>
      <dgm:spPr/>
      <dgm:t>
        <a:bodyPr/>
        <a:lstStyle/>
        <a:p>
          <a:endParaRPr lang="en-US"/>
        </a:p>
      </dgm:t>
    </dgm:pt>
    <dgm:pt modelId="{F06ADD53-B92F-0D46-97B0-D31EA774633F}">
      <dgm:prSet/>
      <dgm:spPr/>
      <dgm:t>
        <a:bodyPr/>
        <a:lstStyle/>
        <a:p>
          <a:r>
            <a:rPr lang="en-US" dirty="0"/>
            <a:t>Hand Off to game module</a:t>
          </a:r>
        </a:p>
      </dgm:t>
    </dgm:pt>
    <dgm:pt modelId="{156D66B6-0886-ED4B-8605-523155162895}" type="parTrans" cxnId="{253B1FCD-45A9-E04C-B4EA-9375B59000BF}">
      <dgm:prSet/>
      <dgm:spPr/>
      <dgm:t>
        <a:bodyPr/>
        <a:lstStyle/>
        <a:p>
          <a:endParaRPr lang="en-US"/>
        </a:p>
      </dgm:t>
    </dgm:pt>
    <dgm:pt modelId="{5C71448C-697C-5845-B20A-A105C5262485}" type="sibTrans" cxnId="{253B1FCD-45A9-E04C-B4EA-9375B59000BF}">
      <dgm:prSet/>
      <dgm:spPr/>
      <dgm:t>
        <a:bodyPr/>
        <a:lstStyle/>
        <a:p>
          <a:endParaRPr lang="en-US"/>
        </a:p>
      </dgm:t>
    </dgm:pt>
    <dgm:pt modelId="{AD98481F-7A06-C748-BC5D-C6CF7A426218}">
      <dgm:prSet/>
      <dgm:spPr/>
      <dgm:t>
        <a:bodyPr/>
        <a:lstStyle/>
        <a:p>
          <a:r>
            <a:rPr lang="en-US" dirty="0"/>
            <a:t>End Game Loop</a:t>
          </a:r>
        </a:p>
      </dgm:t>
    </dgm:pt>
    <dgm:pt modelId="{DB972765-51CC-4046-8E34-3FF776D9CE27}" type="parTrans" cxnId="{8EAB8E36-6BA6-D943-9798-DB31B9B6C889}">
      <dgm:prSet/>
      <dgm:spPr/>
      <dgm:t>
        <a:bodyPr/>
        <a:lstStyle/>
        <a:p>
          <a:endParaRPr lang="en-US"/>
        </a:p>
      </dgm:t>
    </dgm:pt>
    <dgm:pt modelId="{1122A127-0779-2941-9B82-141E4D5ACDCA}" type="sibTrans" cxnId="{8EAB8E36-6BA6-D943-9798-DB31B9B6C889}">
      <dgm:prSet/>
      <dgm:spPr/>
      <dgm:t>
        <a:bodyPr/>
        <a:lstStyle/>
        <a:p>
          <a:endParaRPr lang="en-US"/>
        </a:p>
      </dgm:t>
    </dgm:pt>
    <dgm:pt modelId="{8D30F9AC-524A-5346-A1A2-1A273B2FA22E}">
      <dgm:prSet/>
      <dgm:spPr/>
      <dgm:t>
        <a:bodyPr/>
        <a:lstStyle/>
        <a:p>
          <a:r>
            <a:rPr lang="en-US"/>
            <a:t>Clean Up</a:t>
          </a:r>
        </a:p>
      </dgm:t>
    </dgm:pt>
    <dgm:pt modelId="{B3152A78-625A-5840-91CB-08FBEBB11286}" type="parTrans" cxnId="{4DB1BB50-5428-1849-9622-EB4FD732908E}">
      <dgm:prSet/>
      <dgm:spPr/>
      <dgm:t>
        <a:bodyPr/>
        <a:lstStyle/>
        <a:p>
          <a:endParaRPr lang="en-US"/>
        </a:p>
      </dgm:t>
    </dgm:pt>
    <dgm:pt modelId="{6253C9D7-86E2-BA47-9669-376BB2ACF14F}" type="sibTrans" cxnId="{4DB1BB50-5428-1849-9622-EB4FD732908E}">
      <dgm:prSet/>
      <dgm:spPr/>
      <dgm:t>
        <a:bodyPr/>
        <a:lstStyle/>
        <a:p>
          <a:endParaRPr lang="en-US"/>
        </a:p>
      </dgm:t>
    </dgm:pt>
    <dgm:pt modelId="{475D2FFE-825B-CD41-B472-E052AB54FA9A}">
      <dgm:prSet/>
      <dgm:spPr/>
      <dgm:t>
        <a:bodyPr/>
        <a:lstStyle/>
        <a:p>
          <a:r>
            <a:rPr lang="en-US"/>
            <a:t>Exit</a:t>
          </a:r>
        </a:p>
      </dgm:t>
    </dgm:pt>
    <dgm:pt modelId="{5C955D91-9C11-FD49-8B0B-F64C955EEBE7}" type="parTrans" cxnId="{7D70AC35-97F5-2944-843D-8EB724E4242D}">
      <dgm:prSet/>
      <dgm:spPr/>
      <dgm:t>
        <a:bodyPr/>
        <a:lstStyle/>
        <a:p>
          <a:endParaRPr lang="en-US"/>
        </a:p>
      </dgm:t>
    </dgm:pt>
    <dgm:pt modelId="{C6D2F56C-DCCE-4A4B-AC27-5B7D6DA2F486}" type="sibTrans" cxnId="{7D70AC35-97F5-2944-843D-8EB724E4242D}">
      <dgm:prSet/>
      <dgm:spPr/>
      <dgm:t>
        <a:bodyPr/>
        <a:lstStyle/>
        <a:p>
          <a:endParaRPr lang="en-US"/>
        </a:p>
      </dgm:t>
    </dgm:pt>
    <dgm:pt modelId="{2FD64B59-43B4-0145-8092-1F2F6D2F2775}" type="pres">
      <dgm:prSet presAssocID="{0668C838-0AA3-244E-B0BE-D3A5F8A45AC5}" presName="Name0" presStyleCnt="0">
        <dgm:presLayoutVars>
          <dgm:chMax val="7"/>
          <dgm:chPref val="7"/>
          <dgm:dir/>
        </dgm:presLayoutVars>
      </dgm:prSet>
      <dgm:spPr/>
    </dgm:pt>
    <dgm:pt modelId="{78F11E35-7413-F542-B074-B4FDD5080341}" type="pres">
      <dgm:prSet presAssocID="{0668C838-0AA3-244E-B0BE-D3A5F8A45AC5}" presName="Name1" presStyleCnt="0"/>
      <dgm:spPr/>
    </dgm:pt>
    <dgm:pt modelId="{B7715D5A-E131-F349-BC74-13CFCC0700B0}" type="pres">
      <dgm:prSet presAssocID="{0668C838-0AA3-244E-B0BE-D3A5F8A45AC5}" presName="cycle" presStyleCnt="0"/>
      <dgm:spPr/>
    </dgm:pt>
    <dgm:pt modelId="{D9A18808-B6B4-2148-AF05-BEF817730A39}" type="pres">
      <dgm:prSet presAssocID="{0668C838-0AA3-244E-B0BE-D3A5F8A45AC5}" presName="srcNode" presStyleLbl="node1" presStyleIdx="0" presStyleCnt="7"/>
      <dgm:spPr/>
    </dgm:pt>
    <dgm:pt modelId="{A798428A-FEA0-DE4F-A569-AC1651D63990}" type="pres">
      <dgm:prSet presAssocID="{0668C838-0AA3-244E-B0BE-D3A5F8A45AC5}" presName="conn" presStyleLbl="parChTrans1D2" presStyleIdx="0" presStyleCnt="1"/>
      <dgm:spPr/>
    </dgm:pt>
    <dgm:pt modelId="{AD05B9D3-E492-F542-BB4D-5411AD959283}" type="pres">
      <dgm:prSet presAssocID="{0668C838-0AA3-244E-B0BE-D3A5F8A45AC5}" presName="extraNode" presStyleLbl="node1" presStyleIdx="0" presStyleCnt="7"/>
      <dgm:spPr/>
    </dgm:pt>
    <dgm:pt modelId="{0B6E6437-E0CC-3941-87D1-835E100AEBA4}" type="pres">
      <dgm:prSet presAssocID="{0668C838-0AA3-244E-B0BE-D3A5F8A45AC5}" presName="dstNode" presStyleLbl="node1" presStyleIdx="0" presStyleCnt="7"/>
      <dgm:spPr/>
    </dgm:pt>
    <dgm:pt modelId="{7BDDFE81-EE6A-3345-8437-2653DF29DB48}" type="pres">
      <dgm:prSet presAssocID="{384BE734-B114-9C44-AB9D-1A9F960201C9}" presName="text_1" presStyleLbl="node1" presStyleIdx="0" presStyleCnt="7">
        <dgm:presLayoutVars>
          <dgm:bulletEnabled val="1"/>
        </dgm:presLayoutVars>
      </dgm:prSet>
      <dgm:spPr/>
    </dgm:pt>
    <dgm:pt modelId="{88187FA0-16E9-9341-9790-2DC4308486F6}" type="pres">
      <dgm:prSet presAssocID="{384BE734-B114-9C44-AB9D-1A9F960201C9}" presName="accent_1" presStyleCnt="0"/>
      <dgm:spPr/>
    </dgm:pt>
    <dgm:pt modelId="{D0647ED1-C36A-5545-9CC8-A24F102FD138}" type="pres">
      <dgm:prSet presAssocID="{384BE734-B114-9C44-AB9D-1A9F960201C9}" presName="accentRepeatNode" presStyleLbl="solidFgAcc1" presStyleIdx="0" presStyleCnt="7"/>
      <dgm:spPr/>
    </dgm:pt>
    <dgm:pt modelId="{B5B6A4A0-0D58-E045-9D72-085E09600565}" type="pres">
      <dgm:prSet presAssocID="{2B93C740-AE05-5D48-8040-03532353E90F}" presName="text_2" presStyleLbl="node1" presStyleIdx="1" presStyleCnt="7">
        <dgm:presLayoutVars>
          <dgm:bulletEnabled val="1"/>
        </dgm:presLayoutVars>
      </dgm:prSet>
      <dgm:spPr/>
    </dgm:pt>
    <dgm:pt modelId="{9164F30A-3EFC-2144-A6B6-F9ABD66A01A3}" type="pres">
      <dgm:prSet presAssocID="{2B93C740-AE05-5D48-8040-03532353E90F}" presName="accent_2" presStyleCnt="0"/>
      <dgm:spPr/>
    </dgm:pt>
    <dgm:pt modelId="{27B39D4A-956A-F44D-B915-FAB71C2B9220}" type="pres">
      <dgm:prSet presAssocID="{2B93C740-AE05-5D48-8040-03532353E90F}" presName="accentRepeatNode" presStyleLbl="solidFgAcc1" presStyleIdx="1" presStyleCnt="7"/>
      <dgm:spPr/>
    </dgm:pt>
    <dgm:pt modelId="{207DC42B-D051-0C4B-A20D-259E84491C16}" type="pres">
      <dgm:prSet presAssocID="{A95D3953-2E84-4341-B8AF-FA1D7E9CB178}" presName="text_3" presStyleLbl="node1" presStyleIdx="2" presStyleCnt="7">
        <dgm:presLayoutVars>
          <dgm:bulletEnabled val="1"/>
        </dgm:presLayoutVars>
      </dgm:prSet>
      <dgm:spPr/>
    </dgm:pt>
    <dgm:pt modelId="{601DAA93-E405-8241-B739-D28D9FFA6ECA}" type="pres">
      <dgm:prSet presAssocID="{A95D3953-2E84-4341-B8AF-FA1D7E9CB178}" presName="accent_3" presStyleCnt="0"/>
      <dgm:spPr/>
    </dgm:pt>
    <dgm:pt modelId="{6461DE71-4439-D74B-8E2D-614265BE8A83}" type="pres">
      <dgm:prSet presAssocID="{A95D3953-2E84-4341-B8AF-FA1D7E9CB178}" presName="accentRepeatNode" presStyleLbl="solidFgAcc1" presStyleIdx="2" presStyleCnt="7"/>
      <dgm:spPr/>
    </dgm:pt>
    <dgm:pt modelId="{DBBE6DBA-8E5E-8A4B-8784-E41156CDEBB5}" type="pres">
      <dgm:prSet presAssocID="{F06ADD53-B92F-0D46-97B0-D31EA774633F}" presName="text_4" presStyleLbl="node1" presStyleIdx="3" presStyleCnt="7">
        <dgm:presLayoutVars>
          <dgm:bulletEnabled val="1"/>
        </dgm:presLayoutVars>
      </dgm:prSet>
      <dgm:spPr/>
    </dgm:pt>
    <dgm:pt modelId="{2F92DF1D-A3F5-B748-A756-2F40417FCDA3}" type="pres">
      <dgm:prSet presAssocID="{F06ADD53-B92F-0D46-97B0-D31EA774633F}" presName="accent_4" presStyleCnt="0"/>
      <dgm:spPr/>
    </dgm:pt>
    <dgm:pt modelId="{1A055355-35A8-E641-8510-F95953F22666}" type="pres">
      <dgm:prSet presAssocID="{F06ADD53-B92F-0D46-97B0-D31EA774633F}" presName="accentRepeatNode" presStyleLbl="solidFgAcc1" presStyleIdx="3" presStyleCnt="7"/>
      <dgm:spPr/>
    </dgm:pt>
    <dgm:pt modelId="{F64DCB50-ED80-A241-B523-A97A4BEA9AF7}" type="pres">
      <dgm:prSet presAssocID="{AD98481F-7A06-C748-BC5D-C6CF7A426218}" presName="text_5" presStyleLbl="node1" presStyleIdx="4" presStyleCnt="7">
        <dgm:presLayoutVars>
          <dgm:bulletEnabled val="1"/>
        </dgm:presLayoutVars>
      </dgm:prSet>
      <dgm:spPr/>
    </dgm:pt>
    <dgm:pt modelId="{A46757E9-9A31-294E-A44D-BA02701E1051}" type="pres">
      <dgm:prSet presAssocID="{AD98481F-7A06-C748-BC5D-C6CF7A426218}" presName="accent_5" presStyleCnt="0"/>
      <dgm:spPr/>
    </dgm:pt>
    <dgm:pt modelId="{539658A1-670B-584C-BA26-1163373FE4BA}" type="pres">
      <dgm:prSet presAssocID="{AD98481F-7A06-C748-BC5D-C6CF7A426218}" presName="accentRepeatNode" presStyleLbl="solidFgAcc1" presStyleIdx="4" presStyleCnt="7"/>
      <dgm:spPr/>
    </dgm:pt>
    <dgm:pt modelId="{8C897140-3CAC-ED4E-9B66-779756C14706}" type="pres">
      <dgm:prSet presAssocID="{8D30F9AC-524A-5346-A1A2-1A273B2FA22E}" presName="text_6" presStyleLbl="node1" presStyleIdx="5" presStyleCnt="7">
        <dgm:presLayoutVars>
          <dgm:bulletEnabled val="1"/>
        </dgm:presLayoutVars>
      </dgm:prSet>
      <dgm:spPr/>
    </dgm:pt>
    <dgm:pt modelId="{56CCC05E-3C7C-E74D-9C6E-F41CC5E86E24}" type="pres">
      <dgm:prSet presAssocID="{8D30F9AC-524A-5346-A1A2-1A273B2FA22E}" presName="accent_6" presStyleCnt="0"/>
      <dgm:spPr/>
    </dgm:pt>
    <dgm:pt modelId="{8E667631-C38D-F34D-9815-AC16F249B01B}" type="pres">
      <dgm:prSet presAssocID="{8D30F9AC-524A-5346-A1A2-1A273B2FA22E}" presName="accentRepeatNode" presStyleLbl="solidFgAcc1" presStyleIdx="5" presStyleCnt="7"/>
      <dgm:spPr/>
    </dgm:pt>
    <dgm:pt modelId="{1A735B81-F30D-5448-9356-AA5D3D88D728}" type="pres">
      <dgm:prSet presAssocID="{475D2FFE-825B-CD41-B472-E052AB54FA9A}" presName="text_7" presStyleLbl="node1" presStyleIdx="6" presStyleCnt="7">
        <dgm:presLayoutVars>
          <dgm:bulletEnabled val="1"/>
        </dgm:presLayoutVars>
      </dgm:prSet>
      <dgm:spPr/>
    </dgm:pt>
    <dgm:pt modelId="{3134917E-763E-3340-89C6-A8C6A690F5B9}" type="pres">
      <dgm:prSet presAssocID="{475D2FFE-825B-CD41-B472-E052AB54FA9A}" presName="accent_7" presStyleCnt="0"/>
      <dgm:spPr/>
    </dgm:pt>
    <dgm:pt modelId="{EB0525FB-DA00-434B-A28F-DB03167DBF66}" type="pres">
      <dgm:prSet presAssocID="{475D2FFE-825B-CD41-B472-E052AB54FA9A}" presName="accentRepeatNode" presStyleLbl="solidFgAcc1" presStyleIdx="6" presStyleCnt="7"/>
      <dgm:spPr/>
    </dgm:pt>
  </dgm:ptLst>
  <dgm:cxnLst>
    <dgm:cxn modelId="{A2015411-3771-014A-BAB9-42318DC31BB3}" srcId="{0668C838-0AA3-244E-B0BE-D3A5F8A45AC5}" destId="{384BE734-B114-9C44-AB9D-1A9F960201C9}" srcOrd="0" destOrd="0" parTransId="{F5961F75-E5C3-C845-9090-A88E41B5A571}" sibTransId="{E21BF783-35E5-E046-BD12-D1F2F156C434}"/>
    <dgm:cxn modelId="{C6A66B19-C9BD-8F41-BB91-B6D89981BAC6}" type="presOf" srcId="{F06ADD53-B92F-0D46-97B0-D31EA774633F}" destId="{DBBE6DBA-8E5E-8A4B-8784-E41156CDEBB5}" srcOrd="0" destOrd="0" presId="urn:microsoft.com/office/officeart/2008/layout/VerticalCurvedList"/>
    <dgm:cxn modelId="{DB7D1F22-0047-C54B-9C31-95C696BC1D06}" type="presOf" srcId="{475D2FFE-825B-CD41-B472-E052AB54FA9A}" destId="{1A735B81-F30D-5448-9356-AA5D3D88D728}" srcOrd="0" destOrd="0" presId="urn:microsoft.com/office/officeart/2008/layout/VerticalCurvedList"/>
    <dgm:cxn modelId="{5E0B9723-D9E6-CD49-9526-5EBB21549C69}" type="presOf" srcId="{8D30F9AC-524A-5346-A1A2-1A273B2FA22E}" destId="{8C897140-3CAC-ED4E-9B66-779756C14706}" srcOrd="0" destOrd="0" presId="urn:microsoft.com/office/officeart/2008/layout/VerticalCurvedList"/>
    <dgm:cxn modelId="{7D70AC35-97F5-2944-843D-8EB724E4242D}" srcId="{0668C838-0AA3-244E-B0BE-D3A5F8A45AC5}" destId="{475D2FFE-825B-CD41-B472-E052AB54FA9A}" srcOrd="6" destOrd="0" parTransId="{5C955D91-9C11-FD49-8B0B-F64C955EEBE7}" sibTransId="{C6D2F56C-DCCE-4A4B-AC27-5B7D6DA2F486}"/>
    <dgm:cxn modelId="{8EAB8E36-6BA6-D943-9798-DB31B9B6C889}" srcId="{0668C838-0AA3-244E-B0BE-D3A5F8A45AC5}" destId="{AD98481F-7A06-C748-BC5D-C6CF7A426218}" srcOrd="4" destOrd="0" parTransId="{DB972765-51CC-4046-8E34-3FF776D9CE27}" sibTransId="{1122A127-0779-2941-9B82-141E4D5ACDCA}"/>
    <dgm:cxn modelId="{756B9643-B6FE-194E-B094-24CD3CF4888A}" type="presOf" srcId="{E21BF783-35E5-E046-BD12-D1F2F156C434}" destId="{A798428A-FEA0-DE4F-A569-AC1651D63990}" srcOrd="0" destOrd="0" presId="urn:microsoft.com/office/officeart/2008/layout/VerticalCurvedList"/>
    <dgm:cxn modelId="{7FD9DF44-0EE1-B246-94F5-B98B4E6C66EF}" type="presOf" srcId="{2B93C740-AE05-5D48-8040-03532353E90F}" destId="{B5B6A4A0-0D58-E045-9D72-085E09600565}" srcOrd="0" destOrd="0" presId="urn:microsoft.com/office/officeart/2008/layout/VerticalCurvedList"/>
    <dgm:cxn modelId="{4DB1BB50-5428-1849-9622-EB4FD732908E}" srcId="{0668C838-0AA3-244E-B0BE-D3A5F8A45AC5}" destId="{8D30F9AC-524A-5346-A1A2-1A273B2FA22E}" srcOrd="5" destOrd="0" parTransId="{B3152A78-625A-5840-91CB-08FBEBB11286}" sibTransId="{6253C9D7-86E2-BA47-9669-376BB2ACF14F}"/>
    <dgm:cxn modelId="{56EF8E55-A354-CC4E-886E-C1B704618047}" type="presOf" srcId="{A95D3953-2E84-4341-B8AF-FA1D7E9CB178}" destId="{207DC42B-D051-0C4B-A20D-259E84491C16}" srcOrd="0" destOrd="0" presId="urn:microsoft.com/office/officeart/2008/layout/VerticalCurvedList"/>
    <dgm:cxn modelId="{D8BC5767-C99F-3946-9C4D-72C5BF26636B}" type="presOf" srcId="{0668C838-0AA3-244E-B0BE-D3A5F8A45AC5}" destId="{2FD64B59-43B4-0145-8092-1F2F6D2F2775}" srcOrd="0" destOrd="0" presId="urn:microsoft.com/office/officeart/2008/layout/VerticalCurvedList"/>
    <dgm:cxn modelId="{02DE6B68-77E5-B34A-89AC-9B67360B4EBA}" type="presOf" srcId="{AD98481F-7A06-C748-BC5D-C6CF7A426218}" destId="{F64DCB50-ED80-A241-B523-A97A4BEA9AF7}" srcOrd="0" destOrd="0" presId="urn:microsoft.com/office/officeart/2008/layout/VerticalCurvedList"/>
    <dgm:cxn modelId="{C5F53877-4903-584F-8016-50895B18CE15}" type="presOf" srcId="{384BE734-B114-9C44-AB9D-1A9F960201C9}" destId="{7BDDFE81-EE6A-3345-8437-2653DF29DB48}" srcOrd="0" destOrd="0" presId="urn:microsoft.com/office/officeart/2008/layout/VerticalCurvedList"/>
    <dgm:cxn modelId="{186ED48A-3ECC-CD49-AB32-CCE59C854D72}" srcId="{0668C838-0AA3-244E-B0BE-D3A5F8A45AC5}" destId="{2B93C740-AE05-5D48-8040-03532353E90F}" srcOrd="1" destOrd="0" parTransId="{18B74CD1-8C9F-E34A-82E5-F8D641729563}" sibTransId="{332BB6B4-5F9C-654E-927A-BE72E4F0AA22}"/>
    <dgm:cxn modelId="{253B1FCD-45A9-E04C-B4EA-9375B59000BF}" srcId="{0668C838-0AA3-244E-B0BE-D3A5F8A45AC5}" destId="{F06ADD53-B92F-0D46-97B0-D31EA774633F}" srcOrd="3" destOrd="0" parTransId="{156D66B6-0886-ED4B-8605-523155162895}" sibTransId="{5C71448C-697C-5845-B20A-A105C5262485}"/>
    <dgm:cxn modelId="{33D584DA-215A-3346-A097-AD19961180BF}" srcId="{0668C838-0AA3-244E-B0BE-D3A5F8A45AC5}" destId="{A95D3953-2E84-4341-B8AF-FA1D7E9CB178}" srcOrd="2" destOrd="0" parTransId="{3589EF4B-6347-164E-AAE5-C6DC03E78DD0}" sibTransId="{8C805691-8B0B-0645-9728-FE2134CE0975}"/>
    <dgm:cxn modelId="{52AF18A2-EB3B-F94F-9A29-287B69AA338B}" type="presParOf" srcId="{2FD64B59-43B4-0145-8092-1F2F6D2F2775}" destId="{78F11E35-7413-F542-B074-B4FDD5080341}" srcOrd="0" destOrd="0" presId="urn:microsoft.com/office/officeart/2008/layout/VerticalCurvedList"/>
    <dgm:cxn modelId="{705C0DB5-7451-6242-911F-56E73770CEDC}" type="presParOf" srcId="{78F11E35-7413-F542-B074-B4FDD5080341}" destId="{B7715D5A-E131-F349-BC74-13CFCC0700B0}" srcOrd="0" destOrd="0" presId="urn:microsoft.com/office/officeart/2008/layout/VerticalCurvedList"/>
    <dgm:cxn modelId="{95658AF9-B050-4B4B-8DD3-B8FCCECDC036}" type="presParOf" srcId="{B7715D5A-E131-F349-BC74-13CFCC0700B0}" destId="{D9A18808-B6B4-2148-AF05-BEF817730A39}" srcOrd="0" destOrd="0" presId="urn:microsoft.com/office/officeart/2008/layout/VerticalCurvedList"/>
    <dgm:cxn modelId="{CED9E127-EB47-1A42-ABD3-637C0423906A}" type="presParOf" srcId="{B7715D5A-E131-F349-BC74-13CFCC0700B0}" destId="{A798428A-FEA0-DE4F-A569-AC1651D63990}" srcOrd="1" destOrd="0" presId="urn:microsoft.com/office/officeart/2008/layout/VerticalCurvedList"/>
    <dgm:cxn modelId="{6CC51399-DF91-4A4D-990B-F3723472F5C9}" type="presParOf" srcId="{B7715D5A-E131-F349-BC74-13CFCC0700B0}" destId="{AD05B9D3-E492-F542-BB4D-5411AD959283}" srcOrd="2" destOrd="0" presId="urn:microsoft.com/office/officeart/2008/layout/VerticalCurvedList"/>
    <dgm:cxn modelId="{E0BE86DD-2B25-694B-8853-66195E49405D}" type="presParOf" srcId="{B7715D5A-E131-F349-BC74-13CFCC0700B0}" destId="{0B6E6437-E0CC-3941-87D1-835E100AEBA4}" srcOrd="3" destOrd="0" presId="urn:microsoft.com/office/officeart/2008/layout/VerticalCurvedList"/>
    <dgm:cxn modelId="{C89B77BA-6072-8342-A8A9-1D491C80C763}" type="presParOf" srcId="{78F11E35-7413-F542-B074-B4FDD5080341}" destId="{7BDDFE81-EE6A-3345-8437-2653DF29DB48}" srcOrd="1" destOrd="0" presId="urn:microsoft.com/office/officeart/2008/layout/VerticalCurvedList"/>
    <dgm:cxn modelId="{37CFCA21-59F2-4D40-8015-9EEC8E2100F0}" type="presParOf" srcId="{78F11E35-7413-F542-B074-B4FDD5080341}" destId="{88187FA0-16E9-9341-9790-2DC4308486F6}" srcOrd="2" destOrd="0" presId="urn:microsoft.com/office/officeart/2008/layout/VerticalCurvedList"/>
    <dgm:cxn modelId="{68C9B12D-538C-7B4B-9724-E3907D809CBF}" type="presParOf" srcId="{88187FA0-16E9-9341-9790-2DC4308486F6}" destId="{D0647ED1-C36A-5545-9CC8-A24F102FD138}" srcOrd="0" destOrd="0" presId="urn:microsoft.com/office/officeart/2008/layout/VerticalCurvedList"/>
    <dgm:cxn modelId="{1768FBC4-0D8E-4844-8918-B7EB9BB5BD4E}" type="presParOf" srcId="{78F11E35-7413-F542-B074-B4FDD5080341}" destId="{B5B6A4A0-0D58-E045-9D72-085E09600565}" srcOrd="3" destOrd="0" presId="urn:microsoft.com/office/officeart/2008/layout/VerticalCurvedList"/>
    <dgm:cxn modelId="{06EEF69C-6314-4B40-88F3-03155C90238F}" type="presParOf" srcId="{78F11E35-7413-F542-B074-B4FDD5080341}" destId="{9164F30A-3EFC-2144-A6B6-F9ABD66A01A3}" srcOrd="4" destOrd="0" presId="urn:microsoft.com/office/officeart/2008/layout/VerticalCurvedList"/>
    <dgm:cxn modelId="{DD7C2742-C434-E841-B90E-BDE0A2E5B281}" type="presParOf" srcId="{9164F30A-3EFC-2144-A6B6-F9ABD66A01A3}" destId="{27B39D4A-956A-F44D-B915-FAB71C2B9220}" srcOrd="0" destOrd="0" presId="urn:microsoft.com/office/officeart/2008/layout/VerticalCurvedList"/>
    <dgm:cxn modelId="{F7F5B369-FE03-D544-998A-9A0407FAAF07}" type="presParOf" srcId="{78F11E35-7413-F542-B074-B4FDD5080341}" destId="{207DC42B-D051-0C4B-A20D-259E84491C16}" srcOrd="5" destOrd="0" presId="urn:microsoft.com/office/officeart/2008/layout/VerticalCurvedList"/>
    <dgm:cxn modelId="{5216A7E8-F8DE-8647-BE4D-27D6D4CC28D9}" type="presParOf" srcId="{78F11E35-7413-F542-B074-B4FDD5080341}" destId="{601DAA93-E405-8241-B739-D28D9FFA6ECA}" srcOrd="6" destOrd="0" presId="urn:microsoft.com/office/officeart/2008/layout/VerticalCurvedList"/>
    <dgm:cxn modelId="{13BC049C-02FE-5D44-93CD-08E2510A3A04}" type="presParOf" srcId="{601DAA93-E405-8241-B739-D28D9FFA6ECA}" destId="{6461DE71-4439-D74B-8E2D-614265BE8A83}" srcOrd="0" destOrd="0" presId="urn:microsoft.com/office/officeart/2008/layout/VerticalCurvedList"/>
    <dgm:cxn modelId="{5977FE5F-9545-5B4B-818A-6E8EC8ADE6A7}" type="presParOf" srcId="{78F11E35-7413-F542-B074-B4FDD5080341}" destId="{DBBE6DBA-8E5E-8A4B-8784-E41156CDEBB5}" srcOrd="7" destOrd="0" presId="urn:microsoft.com/office/officeart/2008/layout/VerticalCurvedList"/>
    <dgm:cxn modelId="{ED87DAD0-3ABF-B94A-8CF0-2AC522574043}" type="presParOf" srcId="{78F11E35-7413-F542-B074-B4FDD5080341}" destId="{2F92DF1D-A3F5-B748-A756-2F40417FCDA3}" srcOrd="8" destOrd="0" presId="urn:microsoft.com/office/officeart/2008/layout/VerticalCurvedList"/>
    <dgm:cxn modelId="{8B653BCD-BA25-AC48-9F5A-C9273C16205D}" type="presParOf" srcId="{2F92DF1D-A3F5-B748-A756-2F40417FCDA3}" destId="{1A055355-35A8-E641-8510-F95953F22666}" srcOrd="0" destOrd="0" presId="urn:microsoft.com/office/officeart/2008/layout/VerticalCurvedList"/>
    <dgm:cxn modelId="{B1931184-2BCE-2748-89BE-D087D80FA60B}" type="presParOf" srcId="{78F11E35-7413-F542-B074-B4FDD5080341}" destId="{F64DCB50-ED80-A241-B523-A97A4BEA9AF7}" srcOrd="9" destOrd="0" presId="urn:microsoft.com/office/officeart/2008/layout/VerticalCurvedList"/>
    <dgm:cxn modelId="{70CC61E7-7075-AE4B-8A47-8E655E6B86F0}" type="presParOf" srcId="{78F11E35-7413-F542-B074-B4FDD5080341}" destId="{A46757E9-9A31-294E-A44D-BA02701E1051}" srcOrd="10" destOrd="0" presId="urn:microsoft.com/office/officeart/2008/layout/VerticalCurvedList"/>
    <dgm:cxn modelId="{57A145E8-D3D5-444E-BAF5-8B9DCADEA0C2}" type="presParOf" srcId="{A46757E9-9A31-294E-A44D-BA02701E1051}" destId="{539658A1-670B-584C-BA26-1163373FE4BA}" srcOrd="0" destOrd="0" presId="urn:microsoft.com/office/officeart/2008/layout/VerticalCurvedList"/>
    <dgm:cxn modelId="{963315D1-37F9-3B47-BEB3-662F58127FFB}" type="presParOf" srcId="{78F11E35-7413-F542-B074-B4FDD5080341}" destId="{8C897140-3CAC-ED4E-9B66-779756C14706}" srcOrd="11" destOrd="0" presId="urn:microsoft.com/office/officeart/2008/layout/VerticalCurvedList"/>
    <dgm:cxn modelId="{3CC93335-AB11-B648-95C8-2787607C8010}" type="presParOf" srcId="{78F11E35-7413-F542-B074-B4FDD5080341}" destId="{56CCC05E-3C7C-E74D-9C6E-F41CC5E86E24}" srcOrd="12" destOrd="0" presId="urn:microsoft.com/office/officeart/2008/layout/VerticalCurvedList"/>
    <dgm:cxn modelId="{523E8E48-A205-A149-9460-D9F73648F611}" type="presParOf" srcId="{56CCC05E-3C7C-E74D-9C6E-F41CC5E86E24}" destId="{8E667631-C38D-F34D-9815-AC16F249B01B}" srcOrd="0" destOrd="0" presId="urn:microsoft.com/office/officeart/2008/layout/VerticalCurvedList"/>
    <dgm:cxn modelId="{B020C054-31E5-E04F-9597-3B4281FC9A71}" type="presParOf" srcId="{78F11E35-7413-F542-B074-B4FDD5080341}" destId="{1A735B81-F30D-5448-9356-AA5D3D88D728}" srcOrd="13" destOrd="0" presId="urn:microsoft.com/office/officeart/2008/layout/VerticalCurvedList"/>
    <dgm:cxn modelId="{E0CB3AB2-51AA-BF4C-B4B7-1394682ED02B}" type="presParOf" srcId="{78F11E35-7413-F542-B074-B4FDD5080341}" destId="{3134917E-763E-3340-89C6-A8C6A690F5B9}" srcOrd="14" destOrd="0" presId="urn:microsoft.com/office/officeart/2008/layout/VerticalCurvedList"/>
    <dgm:cxn modelId="{D976B52C-482D-F04D-A718-1B641B83005D}" type="presParOf" srcId="{3134917E-763E-3340-89C6-A8C6A690F5B9}" destId="{EB0525FB-DA00-434B-A28F-DB03167DBF6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EA9569-DC96-0A4E-804A-B3F546D13560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BAA384F-9856-0B4E-A574-5C0912C3DDC7}">
      <dgm:prSet/>
      <dgm:spPr/>
      <dgm:t>
        <a:bodyPr/>
        <a:lstStyle/>
        <a:p>
          <a:r>
            <a:rPr lang="en-US"/>
            <a:t>Loads Mandatory layout.fxml from edu/nust/game/scenes/[CLASS_NAME]/layout.fxml</a:t>
          </a:r>
        </a:p>
      </dgm:t>
    </dgm:pt>
    <dgm:pt modelId="{4D9B3F57-7947-A249-8352-F17E8D80CCF1}" type="parTrans" cxnId="{4171443B-5AE1-D640-B892-0B500D51ED8D}">
      <dgm:prSet/>
      <dgm:spPr/>
      <dgm:t>
        <a:bodyPr/>
        <a:lstStyle/>
        <a:p>
          <a:endParaRPr lang="en-US"/>
        </a:p>
      </dgm:t>
    </dgm:pt>
    <dgm:pt modelId="{6679CEDA-00B9-9F4C-BCAD-BEACD35A32BE}" type="sibTrans" cxnId="{4171443B-5AE1-D640-B892-0B500D51ED8D}">
      <dgm:prSet/>
      <dgm:spPr/>
      <dgm:t>
        <a:bodyPr/>
        <a:lstStyle/>
        <a:p>
          <a:endParaRPr lang="en-US"/>
        </a:p>
      </dgm:t>
    </dgm:pt>
    <dgm:pt modelId="{CAD8DA4A-84BA-5A48-B5EE-17ABB6F9D3F1}">
      <dgm:prSet/>
      <dgm:spPr/>
      <dgm:t>
        <a:bodyPr/>
        <a:lstStyle/>
        <a:p>
          <a:r>
            <a:rPr lang="en-US"/>
            <a:t>Loads Optional style.ss from edu/nust/game/scenes/[CLASS_NAME]/style.css</a:t>
          </a:r>
        </a:p>
      </dgm:t>
    </dgm:pt>
    <dgm:pt modelId="{3F881E1E-F966-E84B-9307-EA0B13896B4F}" type="parTrans" cxnId="{4C8060B6-D7DB-5848-A0A2-E8AEDBC0A5A4}">
      <dgm:prSet/>
      <dgm:spPr/>
      <dgm:t>
        <a:bodyPr/>
        <a:lstStyle/>
        <a:p>
          <a:endParaRPr lang="en-US"/>
        </a:p>
      </dgm:t>
    </dgm:pt>
    <dgm:pt modelId="{66411E03-EBF3-2D46-8BA1-F57AC9115DFE}" type="sibTrans" cxnId="{4C8060B6-D7DB-5848-A0A2-E8AEDBC0A5A4}">
      <dgm:prSet/>
      <dgm:spPr/>
      <dgm:t>
        <a:bodyPr/>
        <a:lstStyle/>
        <a:p>
          <a:endParaRPr lang="en-US"/>
        </a:p>
      </dgm:t>
    </dgm:pt>
    <dgm:pt modelId="{A7A5DCBE-70A0-0643-9470-3157054EFFE7}">
      <dgm:prSet/>
      <dgm:spPr/>
      <dgm:t>
        <a:bodyPr/>
        <a:lstStyle/>
        <a:p>
          <a:r>
            <a:rPr lang="en-US"/>
            <a:t>Initialize GameCamera</a:t>
          </a:r>
        </a:p>
      </dgm:t>
    </dgm:pt>
    <dgm:pt modelId="{B64E0C45-7D75-794A-85C3-8E72FE8AC6A4}" type="parTrans" cxnId="{5CA7865A-A65C-D04B-880A-C4F9C4CEA4CA}">
      <dgm:prSet/>
      <dgm:spPr/>
      <dgm:t>
        <a:bodyPr/>
        <a:lstStyle/>
        <a:p>
          <a:endParaRPr lang="en-US"/>
        </a:p>
      </dgm:t>
    </dgm:pt>
    <dgm:pt modelId="{76C40A72-A6B0-E84E-86ED-EA2B07D93EAE}" type="sibTrans" cxnId="{5CA7865A-A65C-D04B-880A-C4F9C4CEA4CA}">
      <dgm:prSet/>
      <dgm:spPr/>
      <dgm:t>
        <a:bodyPr/>
        <a:lstStyle/>
        <a:p>
          <a:endParaRPr lang="en-US"/>
        </a:p>
      </dgm:t>
    </dgm:pt>
    <dgm:pt modelId="{EB1AC40C-CCFE-904B-BF4D-BABD44E2813B}">
      <dgm:prSet/>
      <dgm:spPr/>
      <dgm:t>
        <a:bodyPr/>
        <a:lstStyle/>
        <a:p>
          <a:r>
            <a:rPr lang="en-US"/>
            <a:t>Initailize DevConsole</a:t>
          </a:r>
        </a:p>
      </dgm:t>
    </dgm:pt>
    <dgm:pt modelId="{D036CD71-31A2-3E4A-A3C7-44FD3C60B78B}" type="parTrans" cxnId="{59D4882C-92C4-B749-B1B9-D72CE3AABD20}">
      <dgm:prSet/>
      <dgm:spPr/>
      <dgm:t>
        <a:bodyPr/>
        <a:lstStyle/>
        <a:p>
          <a:endParaRPr lang="en-US"/>
        </a:p>
      </dgm:t>
    </dgm:pt>
    <dgm:pt modelId="{20C1A459-5A3F-9447-8975-F44E24DDC911}" type="sibTrans" cxnId="{59D4882C-92C4-B749-B1B9-D72CE3AABD20}">
      <dgm:prSet/>
      <dgm:spPr/>
      <dgm:t>
        <a:bodyPr/>
        <a:lstStyle/>
        <a:p>
          <a:endParaRPr lang="en-US"/>
        </a:p>
      </dgm:t>
    </dgm:pt>
    <dgm:pt modelId="{09D52D9A-9A9F-9F45-8542-E395D1F5D120}">
      <dgm:prSet/>
      <dgm:spPr/>
      <dgm:t>
        <a:bodyPr/>
        <a:lstStyle/>
        <a:p>
          <a:r>
            <a:rPr lang="en-US"/>
            <a:t>Setup Input Handler</a:t>
          </a:r>
        </a:p>
      </dgm:t>
    </dgm:pt>
    <dgm:pt modelId="{F266E393-8BC1-8541-8A1F-46ED6C18CED7}" type="parTrans" cxnId="{B71F9F6D-2E9B-814F-AC5C-CB45A225C6A1}">
      <dgm:prSet/>
      <dgm:spPr/>
      <dgm:t>
        <a:bodyPr/>
        <a:lstStyle/>
        <a:p>
          <a:endParaRPr lang="en-US"/>
        </a:p>
      </dgm:t>
    </dgm:pt>
    <dgm:pt modelId="{5E7CC61B-2C99-CA47-8689-77B8CDDED501}" type="sibTrans" cxnId="{B71F9F6D-2E9B-814F-AC5C-CB45A225C6A1}">
      <dgm:prSet/>
      <dgm:spPr/>
      <dgm:t>
        <a:bodyPr/>
        <a:lstStyle/>
        <a:p>
          <a:endParaRPr lang="en-US"/>
        </a:p>
      </dgm:t>
    </dgm:pt>
    <dgm:pt modelId="{ED81859B-1853-ED4D-B5E4-C650BE29C32D}" type="pres">
      <dgm:prSet presAssocID="{ACEA9569-DC96-0A4E-804A-B3F546D13560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45751080-3E6A-334A-9081-BB7AF7EE4CF2}" type="pres">
      <dgm:prSet presAssocID="{6BAA384F-9856-0B4E-A574-5C0912C3DDC7}" presName="circle1" presStyleLbl="node1" presStyleIdx="0" presStyleCnt="5"/>
      <dgm:spPr/>
    </dgm:pt>
    <dgm:pt modelId="{76F372B4-2B0C-3740-A4E6-BAE060614A91}" type="pres">
      <dgm:prSet presAssocID="{6BAA384F-9856-0B4E-A574-5C0912C3DDC7}" presName="space" presStyleCnt="0"/>
      <dgm:spPr/>
    </dgm:pt>
    <dgm:pt modelId="{B20CE338-D4AC-E64E-8B14-54E0D9CBC90C}" type="pres">
      <dgm:prSet presAssocID="{6BAA384F-9856-0B4E-A574-5C0912C3DDC7}" presName="rect1" presStyleLbl="alignAcc1" presStyleIdx="0" presStyleCnt="5"/>
      <dgm:spPr/>
    </dgm:pt>
    <dgm:pt modelId="{725BBB38-EC73-C044-A4C1-C7CFA682C876}" type="pres">
      <dgm:prSet presAssocID="{CAD8DA4A-84BA-5A48-B5EE-17ABB6F9D3F1}" presName="vertSpace2" presStyleLbl="node1" presStyleIdx="0" presStyleCnt="5"/>
      <dgm:spPr/>
    </dgm:pt>
    <dgm:pt modelId="{ED8D2EFA-515A-DF4D-B1B5-5218B3FBEEB5}" type="pres">
      <dgm:prSet presAssocID="{CAD8DA4A-84BA-5A48-B5EE-17ABB6F9D3F1}" presName="circle2" presStyleLbl="node1" presStyleIdx="1" presStyleCnt="5"/>
      <dgm:spPr/>
    </dgm:pt>
    <dgm:pt modelId="{9A08571E-9350-F84B-B805-234D7B72921C}" type="pres">
      <dgm:prSet presAssocID="{CAD8DA4A-84BA-5A48-B5EE-17ABB6F9D3F1}" presName="rect2" presStyleLbl="alignAcc1" presStyleIdx="1" presStyleCnt="5"/>
      <dgm:spPr/>
    </dgm:pt>
    <dgm:pt modelId="{EB2C9717-11A3-004B-B936-05F189BCD390}" type="pres">
      <dgm:prSet presAssocID="{A7A5DCBE-70A0-0643-9470-3157054EFFE7}" presName="vertSpace3" presStyleLbl="node1" presStyleIdx="1" presStyleCnt="5"/>
      <dgm:spPr/>
    </dgm:pt>
    <dgm:pt modelId="{328EF1D1-CF10-8C41-954D-6D97DDA4C71A}" type="pres">
      <dgm:prSet presAssocID="{A7A5DCBE-70A0-0643-9470-3157054EFFE7}" presName="circle3" presStyleLbl="node1" presStyleIdx="2" presStyleCnt="5"/>
      <dgm:spPr/>
    </dgm:pt>
    <dgm:pt modelId="{1BD47CC0-C922-BC48-80E7-8B97C056D8F5}" type="pres">
      <dgm:prSet presAssocID="{A7A5DCBE-70A0-0643-9470-3157054EFFE7}" presName="rect3" presStyleLbl="alignAcc1" presStyleIdx="2" presStyleCnt="5"/>
      <dgm:spPr/>
    </dgm:pt>
    <dgm:pt modelId="{F4678964-F4B3-424A-9AEB-305476B04887}" type="pres">
      <dgm:prSet presAssocID="{EB1AC40C-CCFE-904B-BF4D-BABD44E2813B}" presName="vertSpace4" presStyleLbl="node1" presStyleIdx="2" presStyleCnt="5"/>
      <dgm:spPr/>
    </dgm:pt>
    <dgm:pt modelId="{C42E1473-9BF1-E246-83B4-984D0EDFA426}" type="pres">
      <dgm:prSet presAssocID="{EB1AC40C-CCFE-904B-BF4D-BABD44E2813B}" presName="circle4" presStyleLbl="node1" presStyleIdx="3" presStyleCnt="5"/>
      <dgm:spPr/>
    </dgm:pt>
    <dgm:pt modelId="{82B1E45C-E540-7C45-B05D-3A56CD377205}" type="pres">
      <dgm:prSet presAssocID="{EB1AC40C-CCFE-904B-BF4D-BABD44E2813B}" presName="rect4" presStyleLbl="alignAcc1" presStyleIdx="3" presStyleCnt="5"/>
      <dgm:spPr/>
    </dgm:pt>
    <dgm:pt modelId="{3CAFF78A-E359-0F48-934C-40A3947ACED7}" type="pres">
      <dgm:prSet presAssocID="{09D52D9A-9A9F-9F45-8542-E395D1F5D120}" presName="vertSpace5" presStyleLbl="node1" presStyleIdx="3" presStyleCnt="5"/>
      <dgm:spPr/>
    </dgm:pt>
    <dgm:pt modelId="{9C09C27B-6D58-A942-9C20-B36BA0FA7774}" type="pres">
      <dgm:prSet presAssocID="{09D52D9A-9A9F-9F45-8542-E395D1F5D120}" presName="circle5" presStyleLbl="node1" presStyleIdx="4" presStyleCnt="5"/>
      <dgm:spPr/>
    </dgm:pt>
    <dgm:pt modelId="{B32141C5-D073-1A4B-B5EC-487D4B0801C9}" type="pres">
      <dgm:prSet presAssocID="{09D52D9A-9A9F-9F45-8542-E395D1F5D120}" presName="rect5" presStyleLbl="alignAcc1" presStyleIdx="4" presStyleCnt="5"/>
      <dgm:spPr/>
    </dgm:pt>
    <dgm:pt modelId="{8581D744-A110-1A44-820A-A9F93BE8DC2A}" type="pres">
      <dgm:prSet presAssocID="{6BAA384F-9856-0B4E-A574-5C0912C3DDC7}" presName="rect1ParTxNoCh" presStyleLbl="alignAcc1" presStyleIdx="4" presStyleCnt="5">
        <dgm:presLayoutVars>
          <dgm:chMax val="1"/>
          <dgm:bulletEnabled val="1"/>
        </dgm:presLayoutVars>
      </dgm:prSet>
      <dgm:spPr/>
    </dgm:pt>
    <dgm:pt modelId="{91DA795D-C83F-2E43-8215-154241E2A250}" type="pres">
      <dgm:prSet presAssocID="{CAD8DA4A-84BA-5A48-B5EE-17ABB6F9D3F1}" presName="rect2ParTxNoCh" presStyleLbl="alignAcc1" presStyleIdx="4" presStyleCnt="5">
        <dgm:presLayoutVars>
          <dgm:chMax val="1"/>
          <dgm:bulletEnabled val="1"/>
        </dgm:presLayoutVars>
      </dgm:prSet>
      <dgm:spPr/>
    </dgm:pt>
    <dgm:pt modelId="{DFAB8364-BEB6-454C-BFA0-F891EBD020EF}" type="pres">
      <dgm:prSet presAssocID="{A7A5DCBE-70A0-0643-9470-3157054EFFE7}" presName="rect3ParTxNoCh" presStyleLbl="alignAcc1" presStyleIdx="4" presStyleCnt="5">
        <dgm:presLayoutVars>
          <dgm:chMax val="1"/>
          <dgm:bulletEnabled val="1"/>
        </dgm:presLayoutVars>
      </dgm:prSet>
      <dgm:spPr/>
    </dgm:pt>
    <dgm:pt modelId="{78ABA245-3A5C-2148-BF38-A5B1824E2C60}" type="pres">
      <dgm:prSet presAssocID="{EB1AC40C-CCFE-904B-BF4D-BABD44E2813B}" presName="rect4ParTxNoCh" presStyleLbl="alignAcc1" presStyleIdx="4" presStyleCnt="5">
        <dgm:presLayoutVars>
          <dgm:chMax val="1"/>
          <dgm:bulletEnabled val="1"/>
        </dgm:presLayoutVars>
      </dgm:prSet>
      <dgm:spPr/>
    </dgm:pt>
    <dgm:pt modelId="{31829034-0608-B24F-8408-BF3955DF5D17}" type="pres">
      <dgm:prSet presAssocID="{09D52D9A-9A9F-9F45-8542-E395D1F5D120}" presName="rect5ParTxNoCh" presStyleLbl="alignAcc1" presStyleIdx="4" presStyleCnt="5">
        <dgm:presLayoutVars>
          <dgm:chMax val="1"/>
          <dgm:bulletEnabled val="1"/>
        </dgm:presLayoutVars>
      </dgm:prSet>
      <dgm:spPr/>
    </dgm:pt>
  </dgm:ptLst>
  <dgm:cxnLst>
    <dgm:cxn modelId="{FEE20B06-F01E-074C-AE51-37296C95ACB2}" type="presOf" srcId="{EB1AC40C-CCFE-904B-BF4D-BABD44E2813B}" destId="{78ABA245-3A5C-2148-BF38-A5B1824E2C60}" srcOrd="1" destOrd="0" presId="urn:microsoft.com/office/officeart/2005/8/layout/target3"/>
    <dgm:cxn modelId="{D1F7B226-84EC-384F-B02E-CBD2A215AB7F}" type="presOf" srcId="{6BAA384F-9856-0B4E-A574-5C0912C3DDC7}" destId="{B20CE338-D4AC-E64E-8B14-54E0D9CBC90C}" srcOrd="0" destOrd="0" presId="urn:microsoft.com/office/officeart/2005/8/layout/target3"/>
    <dgm:cxn modelId="{59D4882C-92C4-B749-B1B9-D72CE3AABD20}" srcId="{ACEA9569-DC96-0A4E-804A-B3F546D13560}" destId="{EB1AC40C-CCFE-904B-BF4D-BABD44E2813B}" srcOrd="3" destOrd="0" parTransId="{D036CD71-31A2-3E4A-A3C7-44FD3C60B78B}" sibTransId="{20C1A459-5A3F-9447-8975-F44E24DDC911}"/>
    <dgm:cxn modelId="{2BB6F92F-011A-3C4B-9E58-22B3D6A18258}" type="presOf" srcId="{CAD8DA4A-84BA-5A48-B5EE-17ABB6F9D3F1}" destId="{91DA795D-C83F-2E43-8215-154241E2A250}" srcOrd="1" destOrd="0" presId="urn:microsoft.com/office/officeart/2005/8/layout/target3"/>
    <dgm:cxn modelId="{4171443B-5AE1-D640-B892-0B500D51ED8D}" srcId="{ACEA9569-DC96-0A4E-804A-B3F546D13560}" destId="{6BAA384F-9856-0B4E-A574-5C0912C3DDC7}" srcOrd="0" destOrd="0" parTransId="{4D9B3F57-7947-A249-8352-F17E8D80CCF1}" sibTransId="{6679CEDA-00B9-9F4C-BCAD-BEACD35A32BE}"/>
    <dgm:cxn modelId="{8F9F7E42-B690-2C4D-8DD3-E8AD88401C00}" type="presOf" srcId="{09D52D9A-9A9F-9F45-8542-E395D1F5D120}" destId="{B32141C5-D073-1A4B-B5EC-487D4B0801C9}" srcOrd="0" destOrd="0" presId="urn:microsoft.com/office/officeart/2005/8/layout/target3"/>
    <dgm:cxn modelId="{AD92AB4F-0F52-614F-9137-4BC38FEF345E}" type="presOf" srcId="{EB1AC40C-CCFE-904B-BF4D-BABD44E2813B}" destId="{82B1E45C-E540-7C45-B05D-3A56CD377205}" srcOrd="0" destOrd="0" presId="urn:microsoft.com/office/officeart/2005/8/layout/target3"/>
    <dgm:cxn modelId="{5CA7865A-A65C-D04B-880A-C4F9C4CEA4CA}" srcId="{ACEA9569-DC96-0A4E-804A-B3F546D13560}" destId="{A7A5DCBE-70A0-0643-9470-3157054EFFE7}" srcOrd="2" destOrd="0" parTransId="{B64E0C45-7D75-794A-85C3-8E72FE8AC6A4}" sibTransId="{76C40A72-A6B0-E84E-86ED-EA2B07D93EAE}"/>
    <dgm:cxn modelId="{B71F9F6D-2E9B-814F-AC5C-CB45A225C6A1}" srcId="{ACEA9569-DC96-0A4E-804A-B3F546D13560}" destId="{09D52D9A-9A9F-9F45-8542-E395D1F5D120}" srcOrd="4" destOrd="0" parTransId="{F266E393-8BC1-8541-8A1F-46ED6C18CED7}" sibTransId="{5E7CC61B-2C99-CA47-8689-77B8CDDED501}"/>
    <dgm:cxn modelId="{A2583381-2240-D54E-A4E6-34FC83E166DD}" type="presOf" srcId="{A7A5DCBE-70A0-0643-9470-3157054EFFE7}" destId="{DFAB8364-BEB6-454C-BFA0-F891EBD020EF}" srcOrd="1" destOrd="0" presId="urn:microsoft.com/office/officeart/2005/8/layout/target3"/>
    <dgm:cxn modelId="{267C8383-B7E7-4742-9B14-6FE3BFD5D1B7}" type="presOf" srcId="{09D52D9A-9A9F-9F45-8542-E395D1F5D120}" destId="{31829034-0608-B24F-8408-BF3955DF5D17}" srcOrd="1" destOrd="0" presId="urn:microsoft.com/office/officeart/2005/8/layout/target3"/>
    <dgm:cxn modelId="{ECEFC389-4784-174A-A5FA-4D70329ADBE6}" type="presOf" srcId="{ACEA9569-DC96-0A4E-804A-B3F546D13560}" destId="{ED81859B-1853-ED4D-B5E4-C650BE29C32D}" srcOrd="0" destOrd="0" presId="urn:microsoft.com/office/officeart/2005/8/layout/target3"/>
    <dgm:cxn modelId="{C1A1AC9C-273A-7940-80A9-7BE5A172CBBD}" type="presOf" srcId="{6BAA384F-9856-0B4E-A574-5C0912C3DDC7}" destId="{8581D744-A110-1A44-820A-A9F93BE8DC2A}" srcOrd="1" destOrd="0" presId="urn:microsoft.com/office/officeart/2005/8/layout/target3"/>
    <dgm:cxn modelId="{4C8060B6-D7DB-5848-A0A2-E8AEDBC0A5A4}" srcId="{ACEA9569-DC96-0A4E-804A-B3F546D13560}" destId="{CAD8DA4A-84BA-5A48-B5EE-17ABB6F9D3F1}" srcOrd="1" destOrd="0" parTransId="{3F881E1E-F966-E84B-9307-EA0B13896B4F}" sibTransId="{66411E03-EBF3-2D46-8BA1-F57AC9115DFE}"/>
    <dgm:cxn modelId="{51CEE1DD-FC0C-FD4B-AD92-11EC14B70C4F}" type="presOf" srcId="{A7A5DCBE-70A0-0643-9470-3157054EFFE7}" destId="{1BD47CC0-C922-BC48-80E7-8B97C056D8F5}" srcOrd="0" destOrd="0" presId="urn:microsoft.com/office/officeart/2005/8/layout/target3"/>
    <dgm:cxn modelId="{C54315FD-600F-8C40-8938-239E46067272}" type="presOf" srcId="{CAD8DA4A-84BA-5A48-B5EE-17ABB6F9D3F1}" destId="{9A08571E-9350-F84B-B805-234D7B72921C}" srcOrd="0" destOrd="0" presId="urn:microsoft.com/office/officeart/2005/8/layout/target3"/>
    <dgm:cxn modelId="{4278B877-9DC9-AC4D-8EF4-C39CDD0C5AFD}" type="presParOf" srcId="{ED81859B-1853-ED4D-B5E4-C650BE29C32D}" destId="{45751080-3E6A-334A-9081-BB7AF7EE4CF2}" srcOrd="0" destOrd="0" presId="urn:microsoft.com/office/officeart/2005/8/layout/target3"/>
    <dgm:cxn modelId="{004E0258-05D1-8F4F-B75B-C89140396723}" type="presParOf" srcId="{ED81859B-1853-ED4D-B5E4-C650BE29C32D}" destId="{76F372B4-2B0C-3740-A4E6-BAE060614A91}" srcOrd="1" destOrd="0" presId="urn:microsoft.com/office/officeart/2005/8/layout/target3"/>
    <dgm:cxn modelId="{2B894CC9-6E4E-B345-ADF7-688A5BBBF94F}" type="presParOf" srcId="{ED81859B-1853-ED4D-B5E4-C650BE29C32D}" destId="{B20CE338-D4AC-E64E-8B14-54E0D9CBC90C}" srcOrd="2" destOrd="0" presId="urn:microsoft.com/office/officeart/2005/8/layout/target3"/>
    <dgm:cxn modelId="{C596578C-52DA-0F44-BCDD-9BD1855774E4}" type="presParOf" srcId="{ED81859B-1853-ED4D-B5E4-C650BE29C32D}" destId="{725BBB38-EC73-C044-A4C1-C7CFA682C876}" srcOrd="3" destOrd="0" presId="urn:microsoft.com/office/officeart/2005/8/layout/target3"/>
    <dgm:cxn modelId="{D1763FC1-ADE8-684B-A9F0-7C9926AB7185}" type="presParOf" srcId="{ED81859B-1853-ED4D-B5E4-C650BE29C32D}" destId="{ED8D2EFA-515A-DF4D-B1B5-5218B3FBEEB5}" srcOrd="4" destOrd="0" presId="urn:microsoft.com/office/officeart/2005/8/layout/target3"/>
    <dgm:cxn modelId="{B4BAFEBF-2CEC-4540-837E-43A8EA39B890}" type="presParOf" srcId="{ED81859B-1853-ED4D-B5E4-C650BE29C32D}" destId="{9A08571E-9350-F84B-B805-234D7B72921C}" srcOrd="5" destOrd="0" presId="urn:microsoft.com/office/officeart/2005/8/layout/target3"/>
    <dgm:cxn modelId="{FAEF4FFA-F047-084F-B50F-F092BD99806D}" type="presParOf" srcId="{ED81859B-1853-ED4D-B5E4-C650BE29C32D}" destId="{EB2C9717-11A3-004B-B936-05F189BCD390}" srcOrd="6" destOrd="0" presId="urn:microsoft.com/office/officeart/2005/8/layout/target3"/>
    <dgm:cxn modelId="{985FCC39-098A-D740-8C96-0E6B7B881519}" type="presParOf" srcId="{ED81859B-1853-ED4D-B5E4-C650BE29C32D}" destId="{328EF1D1-CF10-8C41-954D-6D97DDA4C71A}" srcOrd="7" destOrd="0" presId="urn:microsoft.com/office/officeart/2005/8/layout/target3"/>
    <dgm:cxn modelId="{A430C91F-2CCA-1446-950C-1A63022C9B5C}" type="presParOf" srcId="{ED81859B-1853-ED4D-B5E4-C650BE29C32D}" destId="{1BD47CC0-C922-BC48-80E7-8B97C056D8F5}" srcOrd="8" destOrd="0" presId="urn:microsoft.com/office/officeart/2005/8/layout/target3"/>
    <dgm:cxn modelId="{6ED69894-FD53-0544-B50F-C234C15E2D47}" type="presParOf" srcId="{ED81859B-1853-ED4D-B5E4-C650BE29C32D}" destId="{F4678964-F4B3-424A-9AEB-305476B04887}" srcOrd="9" destOrd="0" presId="urn:microsoft.com/office/officeart/2005/8/layout/target3"/>
    <dgm:cxn modelId="{3A13E48A-E3B4-034A-BE73-146654D5DA0F}" type="presParOf" srcId="{ED81859B-1853-ED4D-B5E4-C650BE29C32D}" destId="{C42E1473-9BF1-E246-83B4-984D0EDFA426}" srcOrd="10" destOrd="0" presId="urn:microsoft.com/office/officeart/2005/8/layout/target3"/>
    <dgm:cxn modelId="{55771ECC-3C1A-6346-B1DF-B9FF6A012F31}" type="presParOf" srcId="{ED81859B-1853-ED4D-B5E4-C650BE29C32D}" destId="{82B1E45C-E540-7C45-B05D-3A56CD377205}" srcOrd="11" destOrd="0" presId="urn:microsoft.com/office/officeart/2005/8/layout/target3"/>
    <dgm:cxn modelId="{E1FA2429-490D-B741-A22D-7230D3B00889}" type="presParOf" srcId="{ED81859B-1853-ED4D-B5E4-C650BE29C32D}" destId="{3CAFF78A-E359-0F48-934C-40A3947ACED7}" srcOrd="12" destOrd="0" presId="urn:microsoft.com/office/officeart/2005/8/layout/target3"/>
    <dgm:cxn modelId="{4F73E5FC-72BB-3045-A05D-CF20D668E284}" type="presParOf" srcId="{ED81859B-1853-ED4D-B5E4-C650BE29C32D}" destId="{9C09C27B-6D58-A942-9C20-B36BA0FA7774}" srcOrd="13" destOrd="0" presId="urn:microsoft.com/office/officeart/2005/8/layout/target3"/>
    <dgm:cxn modelId="{98AE368E-65CD-D54A-96E1-F77FCB64ECD0}" type="presParOf" srcId="{ED81859B-1853-ED4D-B5E4-C650BE29C32D}" destId="{B32141C5-D073-1A4B-B5EC-487D4B0801C9}" srcOrd="14" destOrd="0" presId="urn:microsoft.com/office/officeart/2005/8/layout/target3"/>
    <dgm:cxn modelId="{77E6EF64-49C8-1445-8075-ECF7C49C2C8F}" type="presParOf" srcId="{ED81859B-1853-ED4D-B5E4-C650BE29C32D}" destId="{8581D744-A110-1A44-820A-A9F93BE8DC2A}" srcOrd="15" destOrd="0" presId="urn:microsoft.com/office/officeart/2005/8/layout/target3"/>
    <dgm:cxn modelId="{2594897F-6989-0F47-AE40-0E05CF18A200}" type="presParOf" srcId="{ED81859B-1853-ED4D-B5E4-C650BE29C32D}" destId="{91DA795D-C83F-2E43-8215-154241E2A250}" srcOrd="16" destOrd="0" presId="urn:microsoft.com/office/officeart/2005/8/layout/target3"/>
    <dgm:cxn modelId="{9F871469-827E-4C47-B68C-99F235097EC2}" type="presParOf" srcId="{ED81859B-1853-ED4D-B5E4-C650BE29C32D}" destId="{DFAB8364-BEB6-454C-BFA0-F891EBD020EF}" srcOrd="17" destOrd="0" presId="urn:microsoft.com/office/officeart/2005/8/layout/target3"/>
    <dgm:cxn modelId="{0967120B-E098-A942-B26E-94F393BC981A}" type="presParOf" srcId="{ED81859B-1853-ED4D-B5E4-C650BE29C32D}" destId="{78ABA245-3A5C-2148-BF38-A5B1824E2C60}" srcOrd="18" destOrd="0" presId="urn:microsoft.com/office/officeart/2005/8/layout/target3"/>
    <dgm:cxn modelId="{19FC902C-C318-6040-9C4D-16B45A04A617}" type="presParOf" srcId="{ED81859B-1853-ED4D-B5E4-C650BE29C32D}" destId="{31829034-0608-B24F-8408-BF3955DF5D17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B33DCA8-22E8-0B45-8B58-5DB67F34DC21}" type="doc">
      <dgm:prSet loTypeId="urn:microsoft.com/office/officeart/2005/8/layout/cycle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1DE2478-2DF8-6E43-8A10-E3BE3F874C0E}">
      <dgm:prSet/>
      <dgm:spPr/>
      <dgm:t>
        <a:bodyPr/>
        <a:lstStyle/>
        <a:p>
          <a:r>
            <a:rPr lang="en-US"/>
            <a:t>Update self</a:t>
          </a:r>
        </a:p>
      </dgm:t>
    </dgm:pt>
    <dgm:pt modelId="{09AD3783-C1D0-DF49-A914-8ED0D642853B}" type="parTrans" cxnId="{C28608ED-EB4A-A946-9B73-92025ADFB6DD}">
      <dgm:prSet/>
      <dgm:spPr/>
      <dgm:t>
        <a:bodyPr/>
        <a:lstStyle/>
        <a:p>
          <a:endParaRPr lang="en-US"/>
        </a:p>
      </dgm:t>
    </dgm:pt>
    <dgm:pt modelId="{CA1E01B8-313B-2E40-AE93-64DFD95DA042}" type="sibTrans" cxnId="{C28608ED-EB4A-A946-9B73-92025ADFB6DD}">
      <dgm:prSet/>
      <dgm:spPr/>
      <dgm:t>
        <a:bodyPr/>
        <a:lstStyle/>
        <a:p>
          <a:endParaRPr lang="en-US"/>
        </a:p>
      </dgm:t>
    </dgm:pt>
    <dgm:pt modelId="{22BA7342-D2B1-CD4D-BF31-4CF3A16FCE6D}">
      <dgm:prSet/>
      <dgm:spPr/>
      <dgm:t>
        <a:bodyPr/>
        <a:lstStyle/>
        <a:p>
          <a:r>
            <a:rPr lang="en-US"/>
            <a:t>Update GameObjects</a:t>
          </a:r>
        </a:p>
      </dgm:t>
    </dgm:pt>
    <dgm:pt modelId="{7C3153BD-2747-5B4B-9E35-5AFB385A356D}" type="parTrans" cxnId="{0BBB8444-3719-014D-B67D-51A5349B86F8}">
      <dgm:prSet/>
      <dgm:spPr/>
      <dgm:t>
        <a:bodyPr/>
        <a:lstStyle/>
        <a:p>
          <a:endParaRPr lang="en-US"/>
        </a:p>
      </dgm:t>
    </dgm:pt>
    <dgm:pt modelId="{41EE7D32-E432-2143-A2B1-6CC78FD17DDB}" type="sibTrans" cxnId="{0BBB8444-3719-014D-B67D-51A5349B86F8}">
      <dgm:prSet/>
      <dgm:spPr/>
      <dgm:t>
        <a:bodyPr/>
        <a:lstStyle/>
        <a:p>
          <a:endParaRPr lang="en-US"/>
        </a:p>
      </dgm:t>
    </dgm:pt>
    <dgm:pt modelId="{C3906703-B853-A047-9212-AD5191D727D9}">
      <dgm:prSet/>
      <dgm:spPr/>
      <dgm:t>
        <a:bodyPr/>
        <a:lstStyle/>
        <a:p>
          <a:r>
            <a:rPr lang="en-US"/>
            <a:t>LateUpdate self</a:t>
          </a:r>
        </a:p>
      </dgm:t>
    </dgm:pt>
    <dgm:pt modelId="{1B66FDED-F78A-EF4A-965F-749C17067AA1}" type="parTrans" cxnId="{A995EDDB-CFD0-BD4F-9ECA-2AAC31874350}">
      <dgm:prSet/>
      <dgm:spPr/>
      <dgm:t>
        <a:bodyPr/>
        <a:lstStyle/>
        <a:p>
          <a:endParaRPr lang="en-US"/>
        </a:p>
      </dgm:t>
    </dgm:pt>
    <dgm:pt modelId="{BC905468-274A-4046-97D8-34A00E8702BC}" type="sibTrans" cxnId="{A995EDDB-CFD0-BD4F-9ECA-2AAC31874350}">
      <dgm:prSet/>
      <dgm:spPr/>
      <dgm:t>
        <a:bodyPr/>
        <a:lstStyle/>
        <a:p>
          <a:endParaRPr lang="en-US"/>
        </a:p>
      </dgm:t>
    </dgm:pt>
    <dgm:pt modelId="{1349AE69-A4D6-3F40-9990-54D9E6425C0F}">
      <dgm:prSet/>
      <dgm:spPr/>
      <dgm:t>
        <a:bodyPr/>
        <a:lstStyle/>
        <a:p>
          <a:r>
            <a:rPr lang="en-US"/>
            <a:t>LateUpdate GameObjects</a:t>
          </a:r>
        </a:p>
      </dgm:t>
    </dgm:pt>
    <dgm:pt modelId="{6A3BECB3-28E8-4A49-8EB2-615E29EA7779}" type="parTrans" cxnId="{28A97AD3-812D-9F44-B3A8-C109FBCCA177}">
      <dgm:prSet/>
      <dgm:spPr/>
      <dgm:t>
        <a:bodyPr/>
        <a:lstStyle/>
        <a:p>
          <a:endParaRPr lang="en-US"/>
        </a:p>
      </dgm:t>
    </dgm:pt>
    <dgm:pt modelId="{CB858437-7C16-0941-8BE7-E4A592722B54}" type="sibTrans" cxnId="{28A97AD3-812D-9F44-B3A8-C109FBCCA177}">
      <dgm:prSet/>
      <dgm:spPr/>
      <dgm:t>
        <a:bodyPr/>
        <a:lstStyle/>
        <a:p>
          <a:endParaRPr lang="en-US"/>
        </a:p>
      </dgm:t>
    </dgm:pt>
    <dgm:pt modelId="{535FF78B-3A38-5F43-A663-8912B87E680A}">
      <dgm:prSet/>
      <dgm:spPr/>
      <dgm:t>
        <a:bodyPr/>
        <a:lstStyle/>
        <a:p>
          <a:r>
            <a:rPr lang="en-US"/>
            <a:t>Update Camera</a:t>
          </a:r>
        </a:p>
      </dgm:t>
    </dgm:pt>
    <dgm:pt modelId="{1B835FD1-D4C2-3544-81FA-ABB6EC957433}" type="parTrans" cxnId="{12FFA977-BC33-2249-993C-7F15A5D10887}">
      <dgm:prSet/>
      <dgm:spPr/>
      <dgm:t>
        <a:bodyPr/>
        <a:lstStyle/>
        <a:p>
          <a:endParaRPr lang="en-US"/>
        </a:p>
      </dgm:t>
    </dgm:pt>
    <dgm:pt modelId="{ADD1E9BE-62CE-9C4D-A33D-7A56EB5DAFA7}" type="sibTrans" cxnId="{12FFA977-BC33-2249-993C-7F15A5D10887}">
      <dgm:prSet/>
      <dgm:spPr/>
      <dgm:t>
        <a:bodyPr/>
        <a:lstStyle/>
        <a:p>
          <a:endParaRPr lang="en-US"/>
        </a:p>
      </dgm:t>
    </dgm:pt>
    <dgm:pt modelId="{8A2D8FAF-D289-A041-89A4-C79555F8A272}">
      <dgm:prSet/>
      <dgm:spPr/>
      <dgm:t>
        <a:bodyPr/>
        <a:lstStyle/>
        <a:p>
          <a:r>
            <a:rPr lang="en-US"/>
            <a:t>Remove queued GameObjects</a:t>
          </a:r>
        </a:p>
      </dgm:t>
    </dgm:pt>
    <dgm:pt modelId="{F36B2F2E-9460-6C4E-8937-DB71CDBB0960}" type="parTrans" cxnId="{7A5D8613-12A7-D34A-A816-16853EECD62B}">
      <dgm:prSet/>
      <dgm:spPr/>
      <dgm:t>
        <a:bodyPr/>
        <a:lstStyle/>
        <a:p>
          <a:endParaRPr lang="en-US"/>
        </a:p>
      </dgm:t>
    </dgm:pt>
    <dgm:pt modelId="{DF219899-2848-D44A-BD06-C60F590777A5}" type="sibTrans" cxnId="{7A5D8613-12A7-D34A-A816-16853EECD62B}">
      <dgm:prSet/>
      <dgm:spPr/>
      <dgm:t>
        <a:bodyPr/>
        <a:lstStyle/>
        <a:p>
          <a:endParaRPr lang="en-US"/>
        </a:p>
      </dgm:t>
    </dgm:pt>
    <dgm:pt modelId="{CA0CB78C-DB1F-CF41-8359-1C6650BFC2E3}">
      <dgm:prSet/>
      <dgm:spPr/>
      <dgm:t>
        <a:bodyPr/>
        <a:lstStyle/>
        <a:p>
          <a:r>
            <a:rPr lang="en-US"/>
            <a:t>Render Objects In View</a:t>
          </a:r>
        </a:p>
      </dgm:t>
    </dgm:pt>
    <dgm:pt modelId="{00E9B7A3-F437-4448-ADC5-8314D83AC7D9}" type="parTrans" cxnId="{6542F9DD-D38C-A546-B790-59960B0F54A9}">
      <dgm:prSet/>
      <dgm:spPr/>
      <dgm:t>
        <a:bodyPr/>
        <a:lstStyle/>
        <a:p>
          <a:endParaRPr lang="en-US"/>
        </a:p>
      </dgm:t>
    </dgm:pt>
    <dgm:pt modelId="{8F187A4D-2CD9-5E48-9DB2-F4F6F6AE3C49}" type="sibTrans" cxnId="{6542F9DD-D38C-A546-B790-59960B0F54A9}">
      <dgm:prSet/>
      <dgm:spPr/>
      <dgm:t>
        <a:bodyPr/>
        <a:lstStyle/>
        <a:p>
          <a:endParaRPr lang="en-US"/>
        </a:p>
      </dgm:t>
    </dgm:pt>
    <dgm:pt modelId="{79F34828-1B09-EA49-A74F-12E65258D64D}">
      <dgm:prSet/>
      <dgm:spPr/>
      <dgm:t>
        <a:bodyPr/>
        <a:lstStyle/>
        <a:p>
          <a:r>
            <a:rPr lang="en-US"/>
            <a:t>Render Debug Shapes</a:t>
          </a:r>
        </a:p>
      </dgm:t>
    </dgm:pt>
    <dgm:pt modelId="{D20CC19D-9306-E940-8727-E719D2F9F935}" type="parTrans" cxnId="{4E398789-B438-034A-9EE4-202EB9EF6D56}">
      <dgm:prSet/>
      <dgm:spPr/>
      <dgm:t>
        <a:bodyPr/>
        <a:lstStyle/>
        <a:p>
          <a:endParaRPr lang="en-US"/>
        </a:p>
      </dgm:t>
    </dgm:pt>
    <dgm:pt modelId="{3F89CFC6-A825-C148-BC0F-0DC6BC2BE2C8}" type="sibTrans" cxnId="{4E398789-B438-034A-9EE4-202EB9EF6D56}">
      <dgm:prSet/>
      <dgm:spPr/>
      <dgm:t>
        <a:bodyPr/>
        <a:lstStyle/>
        <a:p>
          <a:endParaRPr lang="en-US"/>
        </a:p>
      </dgm:t>
    </dgm:pt>
    <dgm:pt modelId="{EFFB417D-BDE4-CE49-9A0F-F36AF16D1C8D}" type="pres">
      <dgm:prSet presAssocID="{8B33DCA8-22E8-0B45-8B58-5DB67F34DC21}" presName="cycle" presStyleCnt="0">
        <dgm:presLayoutVars>
          <dgm:dir/>
          <dgm:resizeHandles val="exact"/>
        </dgm:presLayoutVars>
      </dgm:prSet>
      <dgm:spPr/>
    </dgm:pt>
    <dgm:pt modelId="{B977D281-5E5B-FC4A-9C77-930D49D1161A}" type="pres">
      <dgm:prSet presAssocID="{01DE2478-2DF8-6E43-8A10-E3BE3F874C0E}" presName="node" presStyleLbl="node1" presStyleIdx="0" presStyleCnt="8">
        <dgm:presLayoutVars>
          <dgm:bulletEnabled val="1"/>
        </dgm:presLayoutVars>
      </dgm:prSet>
      <dgm:spPr/>
    </dgm:pt>
    <dgm:pt modelId="{DDEAABD8-FD64-1845-8E79-2A183EFBCBD0}" type="pres">
      <dgm:prSet presAssocID="{01DE2478-2DF8-6E43-8A10-E3BE3F874C0E}" presName="spNode" presStyleCnt="0"/>
      <dgm:spPr/>
    </dgm:pt>
    <dgm:pt modelId="{4E0D2523-B792-934E-B698-29CB4A447C07}" type="pres">
      <dgm:prSet presAssocID="{CA1E01B8-313B-2E40-AE93-64DFD95DA042}" presName="sibTrans" presStyleLbl="sibTrans1D1" presStyleIdx="0" presStyleCnt="8"/>
      <dgm:spPr/>
    </dgm:pt>
    <dgm:pt modelId="{BCBBC8CD-F755-F44A-97DD-C3A88F472D46}" type="pres">
      <dgm:prSet presAssocID="{22BA7342-D2B1-CD4D-BF31-4CF3A16FCE6D}" presName="node" presStyleLbl="node1" presStyleIdx="1" presStyleCnt="8">
        <dgm:presLayoutVars>
          <dgm:bulletEnabled val="1"/>
        </dgm:presLayoutVars>
      </dgm:prSet>
      <dgm:spPr/>
    </dgm:pt>
    <dgm:pt modelId="{4568FA35-69B3-DC4E-9372-92A98988564E}" type="pres">
      <dgm:prSet presAssocID="{22BA7342-D2B1-CD4D-BF31-4CF3A16FCE6D}" presName="spNode" presStyleCnt="0"/>
      <dgm:spPr/>
    </dgm:pt>
    <dgm:pt modelId="{D7C26254-CB05-EB4C-BCBC-6FEAC5EF44A7}" type="pres">
      <dgm:prSet presAssocID="{41EE7D32-E432-2143-A2B1-6CC78FD17DDB}" presName="sibTrans" presStyleLbl="sibTrans1D1" presStyleIdx="1" presStyleCnt="8"/>
      <dgm:spPr/>
    </dgm:pt>
    <dgm:pt modelId="{E3D5964B-12C0-E04B-9A36-E8B882B88DC2}" type="pres">
      <dgm:prSet presAssocID="{C3906703-B853-A047-9212-AD5191D727D9}" presName="node" presStyleLbl="node1" presStyleIdx="2" presStyleCnt="8">
        <dgm:presLayoutVars>
          <dgm:bulletEnabled val="1"/>
        </dgm:presLayoutVars>
      </dgm:prSet>
      <dgm:spPr/>
    </dgm:pt>
    <dgm:pt modelId="{FF910BC1-79B7-0345-A5DB-9BB9E8C75640}" type="pres">
      <dgm:prSet presAssocID="{C3906703-B853-A047-9212-AD5191D727D9}" presName="spNode" presStyleCnt="0"/>
      <dgm:spPr/>
    </dgm:pt>
    <dgm:pt modelId="{239AAB05-3E29-3349-9350-23BBE66E16F8}" type="pres">
      <dgm:prSet presAssocID="{BC905468-274A-4046-97D8-34A00E8702BC}" presName="sibTrans" presStyleLbl="sibTrans1D1" presStyleIdx="2" presStyleCnt="8"/>
      <dgm:spPr/>
    </dgm:pt>
    <dgm:pt modelId="{41B15505-C18C-B643-A682-4EFE251AD32D}" type="pres">
      <dgm:prSet presAssocID="{1349AE69-A4D6-3F40-9990-54D9E6425C0F}" presName="node" presStyleLbl="node1" presStyleIdx="3" presStyleCnt="8">
        <dgm:presLayoutVars>
          <dgm:bulletEnabled val="1"/>
        </dgm:presLayoutVars>
      </dgm:prSet>
      <dgm:spPr/>
    </dgm:pt>
    <dgm:pt modelId="{2221B64B-3AE7-5A4B-9307-D7DAA67E30A6}" type="pres">
      <dgm:prSet presAssocID="{1349AE69-A4D6-3F40-9990-54D9E6425C0F}" presName="spNode" presStyleCnt="0"/>
      <dgm:spPr/>
    </dgm:pt>
    <dgm:pt modelId="{2A124097-3889-8343-B4D8-388CA4F29D55}" type="pres">
      <dgm:prSet presAssocID="{CB858437-7C16-0941-8BE7-E4A592722B54}" presName="sibTrans" presStyleLbl="sibTrans1D1" presStyleIdx="3" presStyleCnt="8"/>
      <dgm:spPr/>
    </dgm:pt>
    <dgm:pt modelId="{0ED7342D-82E6-B84B-9136-9C6DBFABD230}" type="pres">
      <dgm:prSet presAssocID="{535FF78B-3A38-5F43-A663-8912B87E680A}" presName="node" presStyleLbl="node1" presStyleIdx="4" presStyleCnt="8">
        <dgm:presLayoutVars>
          <dgm:bulletEnabled val="1"/>
        </dgm:presLayoutVars>
      </dgm:prSet>
      <dgm:spPr/>
    </dgm:pt>
    <dgm:pt modelId="{542F4D47-900E-6E46-BE04-9C2BACD5FEB4}" type="pres">
      <dgm:prSet presAssocID="{535FF78B-3A38-5F43-A663-8912B87E680A}" presName="spNode" presStyleCnt="0"/>
      <dgm:spPr/>
    </dgm:pt>
    <dgm:pt modelId="{B1C727DB-64DB-B244-92D3-1AC50F81FCFA}" type="pres">
      <dgm:prSet presAssocID="{ADD1E9BE-62CE-9C4D-A33D-7A56EB5DAFA7}" presName="sibTrans" presStyleLbl="sibTrans1D1" presStyleIdx="4" presStyleCnt="8"/>
      <dgm:spPr/>
    </dgm:pt>
    <dgm:pt modelId="{112F6700-FF06-5B40-9D11-5BB94AD62150}" type="pres">
      <dgm:prSet presAssocID="{8A2D8FAF-D289-A041-89A4-C79555F8A272}" presName="node" presStyleLbl="node1" presStyleIdx="5" presStyleCnt="8">
        <dgm:presLayoutVars>
          <dgm:bulletEnabled val="1"/>
        </dgm:presLayoutVars>
      </dgm:prSet>
      <dgm:spPr/>
    </dgm:pt>
    <dgm:pt modelId="{F4E60F3F-84CF-F045-9D1E-B5EA54ED830C}" type="pres">
      <dgm:prSet presAssocID="{8A2D8FAF-D289-A041-89A4-C79555F8A272}" presName="spNode" presStyleCnt="0"/>
      <dgm:spPr/>
    </dgm:pt>
    <dgm:pt modelId="{A9F9A5B9-6A1F-6147-A2B5-E0A293C49045}" type="pres">
      <dgm:prSet presAssocID="{DF219899-2848-D44A-BD06-C60F590777A5}" presName="sibTrans" presStyleLbl="sibTrans1D1" presStyleIdx="5" presStyleCnt="8"/>
      <dgm:spPr/>
    </dgm:pt>
    <dgm:pt modelId="{89753CAD-04B7-D042-A287-BF2A6025405F}" type="pres">
      <dgm:prSet presAssocID="{CA0CB78C-DB1F-CF41-8359-1C6650BFC2E3}" presName="node" presStyleLbl="node1" presStyleIdx="6" presStyleCnt="8">
        <dgm:presLayoutVars>
          <dgm:bulletEnabled val="1"/>
        </dgm:presLayoutVars>
      </dgm:prSet>
      <dgm:spPr/>
    </dgm:pt>
    <dgm:pt modelId="{E8F37DA4-C5A0-7241-9C59-BA17EC20A8F3}" type="pres">
      <dgm:prSet presAssocID="{CA0CB78C-DB1F-CF41-8359-1C6650BFC2E3}" presName="spNode" presStyleCnt="0"/>
      <dgm:spPr/>
    </dgm:pt>
    <dgm:pt modelId="{2F325FEF-B99A-8F4B-8FFD-B2B31D501CA8}" type="pres">
      <dgm:prSet presAssocID="{8F187A4D-2CD9-5E48-9DB2-F4F6F6AE3C49}" presName="sibTrans" presStyleLbl="sibTrans1D1" presStyleIdx="6" presStyleCnt="8"/>
      <dgm:spPr/>
    </dgm:pt>
    <dgm:pt modelId="{53BC5B5A-9B95-6B40-92AD-DA18E37E69F8}" type="pres">
      <dgm:prSet presAssocID="{79F34828-1B09-EA49-A74F-12E65258D64D}" presName="node" presStyleLbl="node1" presStyleIdx="7" presStyleCnt="8">
        <dgm:presLayoutVars>
          <dgm:bulletEnabled val="1"/>
        </dgm:presLayoutVars>
      </dgm:prSet>
      <dgm:spPr/>
    </dgm:pt>
    <dgm:pt modelId="{1CAC7D06-3508-7A47-BC1E-DEC48CEC5E70}" type="pres">
      <dgm:prSet presAssocID="{79F34828-1B09-EA49-A74F-12E65258D64D}" presName="spNode" presStyleCnt="0"/>
      <dgm:spPr/>
    </dgm:pt>
    <dgm:pt modelId="{8EDBF71A-29F9-064F-ADD0-6F1B0694ED0C}" type="pres">
      <dgm:prSet presAssocID="{3F89CFC6-A825-C148-BC0F-0DC6BC2BE2C8}" presName="sibTrans" presStyleLbl="sibTrans1D1" presStyleIdx="7" presStyleCnt="8"/>
      <dgm:spPr/>
    </dgm:pt>
  </dgm:ptLst>
  <dgm:cxnLst>
    <dgm:cxn modelId="{7A5D8613-12A7-D34A-A816-16853EECD62B}" srcId="{8B33DCA8-22E8-0B45-8B58-5DB67F34DC21}" destId="{8A2D8FAF-D289-A041-89A4-C79555F8A272}" srcOrd="5" destOrd="0" parTransId="{F36B2F2E-9460-6C4E-8937-DB71CDBB0960}" sibTransId="{DF219899-2848-D44A-BD06-C60F590777A5}"/>
    <dgm:cxn modelId="{48B62017-E095-364A-8D7A-DBA3327C2700}" type="presOf" srcId="{ADD1E9BE-62CE-9C4D-A33D-7A56EB5DAFA7}" destId="{B1C727DB-64DB-B244-92D3-1AC50F81FCFA}" srcOrd="0" destOrd="0" presId="urn:microsoft.com/office/officeart/2005/8/layout/cycle5"/>
    <dgm:cxn modelId="{7B2DB417-B425-D946-92B5-3049814E74DB}" type="presOf" srcId="{1349AE69-A4D6-3F40-9990-54D9E6425C0F}" destId="{41B15505-C18C-B643-A682-4EFE251AD32D}" srcOrd="0" destOrd="0" presId="urn:microsoft.com/office/officeart/2005/8/layout/cycle5"/>
    <dgm:cxn modelId="{8E9F0919-3F01-614B-8984-BBEBE989E0BA}" type="presOf" srcId="{DF219899-2848-D44A-BD06-C60F590777A5}" destId="{A9F9A5B9-6A1F-6147-A2B5-E0A293C49045}" srcOrd="0" destOrd="0" presId="urn:microsoft.com/office/officeart/2005/8/layout/cycle5"/>
    <dgm:cxn modelId="{4AE5DA29-6DF2-F640-8E9F-423723DF6575}" type="presOf" srcId="{CA1E01B8-313B-2E40-AE93-64DFD95DA042}" destId="{4E0D2523-B792-934E-B698-29CB4A447C07}" srcOrd="0" destOrd="0" presId="urn:microsoft.com/office/officeart/2005/8/layout/cycle5"/>
    <dgm:cxn modelId="{3F393D3C-D721-F344-8C0F-1DC5C429713B}" type="presOf" srcId="{CB858437-7C16-0941-8BE7-E4A592722B54}" destId="{2A124097-3889-8343-B4D8-388CA4F29D55}" srcOrd="0" destOrd="0" presId="urn:microsoft.com/office/officeart/2005/8/layout/cycle5"/>
    <dgm:cxn modelId="{CF323A42-83C2-3242-901C-3DD7D90ADC74}" type="presOf" srcId="{8A2D8FAF-D289-A041-89A4-C79555F8A272}" destId="{112F6700-FF06-5B40-9D11-5BB94AD62150}" srcOrd="0" destOrd="0" presId="urn:microsoft.com/office/officeart/2005/8/layout/cycle5"/>
    <dgm:cxn modelId="{0BBB8444-3719-014D-B67D-51A5349B86F8}" srcId="{8B33DCA8-22E8-0B45-8B58-5DB67F34DC21}" destId="{22BA7342-D2B1-CD4D-BF31-4CF3A16FCE6D}" srcOrd="1" destOrd="0" parTransId="{7C3153BD-2747-5B4B-9E35-5AFB385A356D}" sibTransId="{41EE7D32-E432-2143-A2B1-6CC78FD17DDB}"/>
    <dgm:cxn modelId="{FEC0D94D-5D8D-0645-85F8-6FE8BB8616AD}" type="presOf" srcId="{C3906703-B853-A047-9212-AD5191D727D9}" destId="{E3D5964B-12C0-E04B-9A36-E8B882B88DC2}" srcOrd="0" destOrd="0" presId="urn:microsoft.com/office/officeart/2005/8/layout/cycle5"/>
    <dgm:cxn modelId="{782C7B63-A853-F34A-90F0-B1A744C18999}" type="presOf" srcId="{BC905468-274A-4046-97D8-34A00E8702BC}" destId="{239AAB05-3E29-3349-9350-23BBE66E16F8}" srcOrd="0" destOrd="0" presId="urn:microsoft.com/office/officeart/2005/8/layout/cycle5"/>
    <dgm:cxn modelId="{B620FB73-DC4D-7C47-8C18-B3402CF85D34}" type="presOf" srcId="{3F89CFC6-A825-C148-BC0F-0DC6BC2BE2C8}" destId="{8EDBF71A-29F9-064F-ADD0-6F1B0694ED0C}" srcOrd="0" destOrd="0" presId="urn:microsoft.com/office/officeart/2005/8/layout/cycle5"/>
    <dgm:cxn modelId="{12FFA977-BC33-2249-993C-7F15A5D10887}" srcId="{8B33DCA8-22E8-0B45-8B58-5DB67F34DC21}" destId="{535FF78B-3A38-5F43-A663-8912B87E680A}" srcOrd="4" destOrd="0" parTransId="{1B835FD1-D4C2-3544-81FA-ABB6EC957433}" sibTransId="{ADD1E9BE-62CE-9C4D-A33D-7A56EB5DAFA7}"/>
    <dgm:cxn modelId="{50C0057D-C1AC-6F41-8741-F3FBB8F7523F}" type="presOf" srcId="{41EE7D32-E432-2143-A2B1-6CC78FD17DDB}" destId="{D7C26254-CB05-EB4C-BCBC-6FEAC5EF44A7}" srcOrd="0" destOrd="0" presId="urn:microsoft.com/office/officeart/2005/8/layout/cycle5"/>
    <dgm:cxn modelId="{1CD2437F-6183-7540-B6A4-E628018C8B66}" type="presOf" srcId="{22BA7342-D2B1-CD4D-BF31-4CF3A16FCE6D}" destId="{BCBBC8CD-F755-F44A-97DD-C3A88F472D46}" srcOrd="0" destOrd="0" presId="urn:microsoft.com/office/officeart/2005/8/layout/cycle5"/>
    <dgm:cxn modelId="{8A50E77F-BB44-E944-ADA2-97AE201223CD}" type="presOf" srcId="{CA0CB78C-DB1F-CF41-8359-1C6650BFC2E3}" destId="{89753CAD-04B7-D042-A287-BF2A6025405F}" srcOrd="0" destOrd="0" presId="urn:microsoft.com/office/officeart/2005/8/layout/cycle5"/>
    <dgm:cxn modelId="{4E398789-B438-034A-9EE4-202EB9EF6D56}" srcId="{8B33DCA8-22E8-0B45-8B58-5DB67F34DC21}" destId="{79F34828-1B09-EA49-A74F-12E65258D64D}" srcOrd="7" destOrd="0" parTransId="{D20CC19D-9306-E940-8727-E719D2F9F935}" sibTransId="{3F89CFC6-A825-C148-BC0F-0DC6BC2BE2C8}"/>
    <dgm:cxn modelId="{A0E0C38E-C559-AF4A-8F17-976EAD1DA5AA}" type="presOf" srcId="{79F34828-1B09-EA49-A74F-12E65258D64D}" destId="{53BC5B5A-9B95-6B40-92AD-DA18E37E69F8}" srcOrd="0" destOrd="0" presId="urn:microsoft.com/office/officeart/2005/8/layout/cycle5"/>
    <dgm:cxn modelId="{536795A7-2A9F-9241-B058-B15FA19801C8}" type="presOf" srcId="{8B33DCA8-22E8-0B45-8B58-5DB67F34DC21}" destId="{EFFB417D-BDE4-CE49-9A0F-F36AF16D1C8D}" srcOrd="0" destOrd="0" presId="urn:microsoft.com/office/officeart/2005/8/layout/cycle5"/>
    <dgm:cxn modelId="{C7846BB1-8576-844B-86FB-B0D5BFDA65EE}" type="presOf" srcId="{8F187A4D-2CD9-5E48-9DB2-F4F6F6AE3C49}" destId="{2F325FEF-B99A-8F4B-8FFD-B2B31D501CA8}" srcOrd="0" destOrd="0" presId="urn:microsoft.com/office/officeart/2005/8/layout/cycle5"/>
    <dgm:cxn modelId="{E4327AC8-2D74-A248-8712-B06B3E62B0B1}" type="presOf" srcId="{01DE2478-2DF8-6E43-8A10-E3BE3F874C0E}" destId="{B977D281-5E5B-FC4A-9C77-930D49D1161A}" srcOrd="0" destOrd="0" presId="urn:microsoft.com/office/officeart/2005/8/layout/cycle5"/>
    <dgm:cxn modelId="{28A97AD3-812D-9F44-B3A8-C109FBCCA177}" srcId="{8B33DCA8-22E8-0B45-8B58-5DB67F34DC21}" destId="{1349AE69-A4D6-3F40-9990-54D9E6425C0F}" srcOrd="3" destOrd="0" parTransId="{6A3BECB3-28E8-4A49-8EB2-615E29EA7779}" sibTransId="{CB858437-7C16-0941-8BE7-E4A592722B54}"/>
    <dgm:cxn modelId="{34DED4D7-58FD-3A4F-BCA7-BA9773A349AF}" type="presOf" srcId="{535FF78B-3A38-5F43-A663-8912B87E680A}" destId="{0ED7342D-82E6-B84B-9136-9C6DBFABD230}" srcOrd="0" destOrd="0" presId="urn:microsoft.com/office/officeart/2005/8/layout/cycle5"/>
    <dgm:cxn modelId="{A995EDDB-CFD0-BD4F-9ECA-2AAC31874350}" srcId="{8B33DCA8-22E8-0B45-8B58-5DB67F34DC21}" destId="{C3906703-B853-A047-9212-AD5191D727D9}" srcOrd="2" destOrd="0" parTransId="{1B66FDED-F78A-EF4A-965F-749C17067AA1}" sibTransId="{BC905468-274A-4046-97D8-34A00E8702BC}"/>
    <dgm:cxn modelId="{6542F9DD-D38C-A546-B790-59960B0F54A9}" srcId="{8B33DCA8-22E8-0B45-8B58-5DB67F34DC21}" destId="{CA0CB78C-DB1F-CF41-8359-1C6650BFC2E3}" srcOrd="6" destOrd="0" parTransId="{00E9B7A3-F437-4448-ADC5-8314D83AC7D9}" sibTransId="{8F187A4D-2CD9-5E48-9DB2-F4F6F6AE3C49}"/>
    <dgm:cxn modelId="{C28608ED-EB4A-A946-9B73-92025ADFB6DD}" srcId="{8B33DCA8-22E8-0B45-8B58-5DB67F34DC21}" destId="{01DE2478-2DF8-6E43-8A10-E3BE3F874C0E}" srcOrd="0" destOrd="0" parTransId="{09AD3783-C1D0-DF49-A914-8ED0D642853B}" sibTransId="{CA1E01B8-313B-2E40-AE93-64DFD95DA042}"/>
    <dgm:cxn modelId="{0031FB82-2554-2C46-B43A-4BF4B9718674}" type="presParOf" srcId="{EFFB417D-BDE4-CE49-9A0F-F36AF16D1C8D}" destId="{B977D281-5E5B-FC4A-9C77-930D49D1161A}" srcOrd="0" destOrd="0" presId="urn:microsoft.com/office/officeart/2005/8/layout/cycle5"/>
    <dgm:cxn modelId="{A44A5D50-4040-564E-BD85-9329CBBCF603}" type="presParOf" srcId="{EFFB417D-BDE4-CE49-9A0F-F36AF16D1C8D}" destId="{DDEAABD8-FD64-1845-8E79-2A183EFBCBD0}" srcOrd="1" destOrd="0" presId="urn:microsoft.com/office/officeart/2005/8/layout/cycle5"/>
    <dgm:cxn modelId="{064CD057-44F9-B54B-A571-772ADFF51D46}" type="presParOf" srcId="{EFFB417D-BDE4-CE49-9A0F-F36AF16D1C8D}" destId="{4E0D2523-B792-934E-B698-29CB4A447C07}" srcOrd="2" destOrd="0" presId="urn:microsoft.com/office/officeart/2005/8/layout/cycle5"/>
    <dgm:cxn modelId="{D67D7FFD-2E67-184A-B3DB-A8D477876C15}" type="presParOf" srcId="{EFFB417D-BDE4-CE49-9A0F-F36AF16D1C8D}" destId="{BCBBC8CD-F755-F44A-97DD-C3A88F472D46}" srcOrd="3" destOrd="0" presId="urn:microsoft.com/office/officeart/2005/8/layout/cycle5"/>
    <dgm:cxn modelId="{169317E4-4861-7E43-8983-573C9C23736A}" type="presParOf" srcId="{EFFB417D-BDE4-CE49-9A0F-F36AF16D1C8D}" destId="{4568FA35-69B3-DC4E-9372-92A98988564E}" srcOrd="4" destOrd="0" presId="urn:microsoft.com/office/officeart/2005/8/layout/cycle5"/>
    <dgm:cxn modelId="{C1E858EF-775A-4149-8CA8-1FD143DD92B8}" type="presParOf" srcId="{EFFB417D-BDE4-CE49-9A0F-F36AF16D1C8D}" destId="{D7C26254-CB05-EB4C-BCBC-6FEAC5EF44A7}" srcOrd="5" destOrd="0" presId="urn:microsoft.com/office/officeart/2005/8/layout/cycle5"/>
    <dgm:cxn modelId="{B15605EA-3998-3144-A818-7FEB8FFFA815}" type="presParOf" srcId="{EFFB417D-BDE4-CE49-9A0F-F36AF16D1C8D}" destId="{E3D5964B-12C0-E04B-9A36-E8B882B88DC2}" srcOrd="6" destOrd="0" presId="urn:microsoft.com/office/officeart/2005/8/layout/cycle5"/>
    <dgm:cxn modelId="{59A65317-0BC8-1849-8A41-4945606898D0}" type="presParOf" srcId="{EFFB417D-BDE4-CE49-9A0F-F36AF16D1C8D}" destId="{FF910BC1-79B7-0345-A5DB-9BB9E8C75640}" srcOrd="7" destOrd="0" presId="urn:microsoft.com/office/officeart/2005/8/layout/cycle5"/>
    <dgm:cxn modelId="{1DF5696F-B945-8D4F-8D27-F49E6036EC10}" type="presParOf" srcId="{EFFB417D-BDE4-CE49-9A0F-F36AF16D1C8D}" destId="{239AAB05-3E29-3349-9350-23BBE66E16F8}" srcOrd="8" destOrd="0" presId="urn:microsoft.com/office/officeart/2005/8/layout/cycle5"/>
    <dgm:cxn modelId="{F6220F62-60F9-384A-A0C8-8CEB8F1E46AE}" type="presParOf" srcId="{EFFB417D-BDE4-CE49-9A0F-F36AF16D1C8D}" destId="{41B15505-C18C-B643-A682-4EFE251AD32D}" srcOrd="9" destOrd="0" presId="urn:microsoft.com/office/officeart/2005/8/layout/cycle5"/>
    <dgm:cxn modelId="{1AD2A80D-EFD2-AA46-8A6B-82A8C9B0CA25}" type="presParOf" srcId="{EFFB417D-BDE4-CE49-9A0F-F36AF16D1C8D}" destId="{2221B64B-3AE7-5A4B-9307-D7DAA67E30A6}" srcOrd="10" destOrd="0" presId="urn:microsoft.com/office/officeart/2005/8/layout/cycle5"/>
    <dgm:cxn modelId="{21DCA591-F014-0647-89F2-696C037AFF0F}" type="presParOf" srcId="{EFFB417D-BDE4-CE49-9A0F-F36AF16D1C8D}" destId="{2A124097-3889-8343-B4D8-388CA4F29D55}" srcOrd="11" destOrd="0" presId="urn:microsoft.com/office/officeart/2005/8/layout/cycle5"/>
    <dgm:cxn modelId="{0CC5041A-E76E-024E-8F20-570884732158}" type="presParOf" srcId="{EFFB417D-BDE4-CE49-9A0F-F36AF16D1C8D}" destId="{0ED7342D-82E6-B84B-9136-9C6DBFABD230}" srcOrd="12" destOrd="0" presId="urn:microsoft.com/office/officeart/2005/8/layout/cycle5"/>
    <dgm:cxn modelId="{A4E64965-8394-B046-9C9D-560847E0425A}" type="presParOf" srcId="{EFFB417D-BDE4-CE49-9A0F-F36AF16D1C8D}" destId="{542F4D47-900E-6E46-BE04-9C2BACD5FEB4}" srcOrd="13" destOrd="0" presId="urn:microsoft.com/office/officeart/2005/8/layout/cycle5"/>
    <dgm:cxn modelId="{29EDAA3E-FB86-4043-A077-1CB62209F736}" type="presParOf" srcId="{EFFB417D-BDE4-CE49-9A0F-F36AF16D1C8D}" destId="{B1C727DB-64DB-B244-92D3-1AC50F81FCFA}" srcOrd="14" destOrd="0" presId="urn:microsoft.com/office/officeart/2005/8/layout/cycle5"/>
    <dgm:cxn modelId="{B153C599-ABBF-3C44-9C66-1BB1329C2E27}" type="presParOf" srcId="{EFFB417D-BDE4-CE49-9A0F-F36AF16D1C8D}" destId="{112F6700-FF06-5B40-9D11-5BB94AD62150}" srcOrd="15" destOrd="0" presId="urn:microsoft.com/office/officeart/2005/8/layout/cycle5"/>
    <dgm:cxn modelId="{F3BC2718-08F9-B54B-A02A-E2598A3BAF9D}" type="presParOf" srcId="{EFFB417D-BDE4-CE49-9A0F-F36AF16D1C8D}" destId="{F4E60F3F-84CF-F045-9D1E-B5EA54ED830C}" srcOrd="16" destOrd="0" presId="urn:microsoft.com/office/officeart/2005/8/layout/cycle5"/>
    <dgm:cxn modelId="{C8DC4D6C-69D3-9C40-90C0-FD3BB264E86D}" type="presParOf" srcId="{EFFB417D-BDE4-CE49-9A0F-F36AF16D1C8D}" destId="{A9F9A5B9-6A1F-6147-A2B5-E0A293C49045}" srcOrd="17" destOrd="0" presId="urn:microsoft.com/office/officeart/2005/8/layout/cycle5"/>
    <dgm:cxn modelId="{EFD77EBA-35EC-F24F-A816-01CDDD8A6B89}" type="presParOf" srcId="{EFFB417D-BDE4-CE49-9A0F-F36AF16D1C8D}" destId="{89753CAD-04B7-D042-A287-BF2A6025405F}" srcOrd="18" destOrd="0" presId="urn:microsoft.com/office/officeart/2005/8/layout/cycle5"/>
    <dgm:cxn modelId="{5998F211-903F-3D45-812D-B52F405FF919}" type="presParOf" srcId="{EFFB417D-BDE4-CE49-9A0F-F36AF16D1C8D}" destId="{E8F37DA4-C5A0-7241-9C59-BA17EC20A8F3}" srcOrd="19" destOrd="0" presId="urn:microsoft.com/office/officeart/2005/8/layout/cycle5"/>
    <dgm:cxn modelId="{EFA88A7A-B055-EB4A-B76E-9BBB9A96456D}" type="presParOf" srcId="{EFFB417D-BDE4-CE49-9A0F-F36AF16D1C8D}" destId="{2F325FEF-B99A-8F4B-8FFD-B2B31D501CA8}" srcOrd="20" destOrd="0" presId="urn:microsoft.com/office/officeart/2005/8/layout/cycle5"/>
    <dgm:cxn modelId="{60E56A51-92EC-DF48-8DDC-1EDFE266FD84}" type="presParOf" srcId="{EFFB417D-BDE4-CE49-9A0F-F36AF16D1C8D}" destId="{53BC5B5A-9B95-6B40-92AD-DA18E37E69F8}" srcOrd="21" destOrd="0" presId="urn:microsoft.com/office/officeart/2005/8/layout/cycle5"/>
    <dgm:cxn modelId="{518BF7D5-96D0-2240-BD37-61BD390E2BCC}" type="presParOf" srcId="{EFFB417D-BDE4-CE49-9A0F-F36AF16D1C8D}" destId="{1CAC7D06-3508-7A47-BC1E-DEC48CEC5E70}" srcOrd="22" destOrd="0" presId="urn:microsoft.com/office/officeart/2005/8/layout/cycle5"/>
    <dgm:cxn modelId="{AEC2D9A5-2572-E14B-BE0C-B1FB1BE34D3D}" type="presParOf" srcId="{EFFB417D-BDE4-CE49-9A0F-F36AF16D1C8D}" destId="{8EDBF71A-29F9-064F-ADD0-6F1B0694ED0C}" srcOrd="23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76FC5E-CBA0-4D10-8F1C-590B18B2E95A}">
      <dsp:nvSpPr>
        <dsp:cNvPr id="0" name=""/>
        <dsp:cNvSpPr/>
      </dsp:nvSpPr>
      <dsp:spPr>
        <a:xfrm>
          <a:off x="1072463" y="825642"/>
          <a:ext cx="1151718" cy="11517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CC80D7-C89C-49FB-BE65-72A8CF2D3B53}">
      <dsp:nvSpPr>
        <dsp:cNvPr id="0" name=""/>
        <dsp:cNvSpPr/>
      </dsp:nvSpPr>
      <dsp:spPr>
        <a:xfrm>
          <a:off x="3010" y="2064523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300" kern="1200"/>
            <a:t>Genre</a:t>
          </a:r>
        </a:p>
      </dsp:txBody>
      <dsp:txXfrm>
        <a:off x="3010" y="2064523"/>
        <a:ext cx="3290624" cy="493593"/>
      </dsp:txXfrm>
    </dsp:sp>
    <dsp:sp modelId="{CCAC6457-3717-49D3-9671-A3274578E762}">
      <dsp:nvSpPr>
        <dsp:cNvPr id="0" name=""/>
        <dsp:cNvSpPr/>
      </dsp:nvSpPr>
      <dsp:spPr>
        <a:xfrm>
          <a:off x="3010" y="2598657"/>
          <a:ext cx="3290624" cy="254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Top-Down Shooter</a:t>
          </a:r>
        </a:p>
      </dsp:txBody>
      <dsp:txXfrm>
        <a:off x="3010" y="2598657"/>
        <a:ext cx="3290624" cy="254003"/>
      </dsp:txXfrm>
    </dsp:sp>
    <dsp:sp modelId="{72254CC1-9B92-4D3C-A83B-A0271E6A29E0}">
      <dsp:nvSpPr>
        <dsp:cNvPr id="0" name=""/>
        <dsp:cNvSpPr/>
      </dsp:nvSpPr>
      <dsp:spPr>
        <a:xfrm>
          <a:off x="4938948" y="825642"/>
          <a:ext cx="1151718" cy="11517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E6AF10-A16F-4009-986F-6E8163DC4F3D}">
      <dsp:nvSpPr>
        <dsp:cNvPr id="0" name=""/>
        <dsp:cNvSpPr/>
      </dsp:nvSpPr>
      <dsp:spPr>
        <a:xfrm>
          <a:off x="3869495" y="2064523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300" kern="1200"/>
            <a:t>Objective</a:t>
          </a:r>
        </a:p>
      </dsp:txBody>
      <dsp:txXfrm>
        <a:off x="3869495" y="2064523"/>
        <a:ext cx="3290624" cy="493593"/>
      </dsp:txXfrm>
    </dsp:sp>
    <dsp:sp modelId="{E5F6D5C8-4855-4434-B0D8-992D7B16E5A9}">
      <dsp:nvSpPr>
        <dsp:cNvPr id="0" name=""/>
        <dsp:cNvSpPr/>
      </dsp:nvSpPr>
      <dsp:spPr>
        <a:xfrm>
          <a:off x="3869495" y="2598657"/>
          <a:ext cx="3290624" cy="254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Clear all zombies in the city</a:t>
          </a:r>
        </a:p>
      </dsp:txBody>
      <dsp:txXfrm>
        <a:off x="3869495" y="2598657"/>
        <a:ext cx="3290624" cy="254003"/>
      </dsp:txXfrm>
    </dsp:sp>
    <dsp:sp modelId="{BFEAE557-242A-4960-9062-47D3C56AFEE6}">
      <dsp:nvSpPr>
        <dsp:cNvPr id="0" name=""/>
        <dsp:cNvSpPr/>
      </dsp:nvSpPr>
      <dsp:spPr>
        <a:xfrm>
          <a:off x="8805432" y="825642"/>
          <a:ext cx="1151718" cy="11517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35EDE5-5E5B-44B1-AB5E-50CF31E23740}">
      <dsp:nvSpPr>
        <dsp:cNvPr id="0" name=""/>
        <dsp:cNvSpPr/>
      </dsp:nvSpPr>
      <dsp:spPr>
        <a:xfrm>
          <a:off x="7735979" y="2064523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300" kern="1200"/>
            <a:t>Availability</a:t>
          </a:r>
        </a:p>
      </dsp:txBody>
      <dsp:txXfrm>
        <a:off x="7735979" y="2064523"/>
        <a:ext cx="3290624" cy="493593"/>
      </dsp:txXfrm>
    </dsp:sp>
    <dsp:sp modelId="{52DDC32E-01E8-4B13-8B58-67B67A57A158}">
      <dsp:nvSpPr>
        <dsp:cNvPr id="0" name=""/>
        <dsp:cNvSpPr/>
      </dsp:nvSpPr>
      <dsp:spPr>
        <a:xfrm>
          <a:off x="7735979" y="2598657"/>
          <a:ext cx="3290624" cy="254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Windows, MacOS, Linux*</a:t>
          </a:r>
        </a:p>
      </dsp:txBody>
      <dsp:txXfrm>
        <a:off x="7735979" y="2598657"/>
        <a:ext cx="3290624" cy="2540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6211BB-F951-4746-A079-8DCAB4F2E6AC}">
      <dsp:nvSpPr>
        <dsp:cNvPr id="0" name=""/>
        <dsp:cNvSpPr/>
      </dsp:nvSpPr>
      <dsp:spPr>
        <a:xfrm>
          <a:off x="0" y="2873"/>
          <a:ext cx="11029615" cy="6120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E7D1E51-FFA8-439F-B901-E25520E9CAB1}">
      <dsp:nvSpPr>
        <dsp:cNvPr id="0" name=""/>
        <dsp:cNvSpPr/>
      </dsp:nvSpPr>
      <dsp:spPr>
        <a:xfrm>
          <a:off x="185158" y="140594"/>
          <a:ext cx="336650" cy="33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9BEDD95-F137-4A91-83AE-D6AFA3A2F367}">
      <dsp:nvSpPr>
        <dsp:cNvPr id="0" name=""/>
        <dsp:cNvSpPr/>
      </dsp:nvSpPr>
      <dsp:spPr>
        <a:xfrm>
          <a:off x="706966" y="2873"/>
          <a:ext cx="10322648" cy="612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80" tIns="64780" rIns="64780" bIns="6478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 Java as main Language</a:t>
          </a:r>
        </a:p>
      </dsp:txBody>
      <dsp:txXfrm>
        <a:off x="706966" y="2873"/>
        <a:ext cx="10322648" cy="612092"/>
      </dsp:txXfrm>
    </dsp:sp>
    <dsp:sp modelId="{F12B09B2-F3E8-4E86-B73C-867B4107106E}">
      <dsp:nvSpPr>
        <dsp:cNvPr id="0" name=""/>
        <dsp:cNvSpPr/>
      </dsp:nvSpPr>
      <dsp:spPr>
        <a:xfrm>
          <a:off x="0" y="767989"/>
          <a:ext cx="11029615" cy="6120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365F4CD-FFA3-4AD0-A796-D0B94815A9D4}">
      <dsp:nvSpPr>
        <dsp:cNvPr id="0" name=""/>
        <dsp:cNvSpPr/>
      </dsp:nvSpPr>
      <dsp:spPr>
        <a:xfrm>
          <a:off x="185158" y="905710"/>
          <a:ext cx="336650" cy="33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79C292B-1AE6-40A9-8F98-9A5ECC4CC709}">
      <dsp:nvSpPr>
        <dsp:cNvPr id="0" name=""/>
        <dsp:cNvSpPr/>
      </dsp:nvSpPr>
      <dsp:spPr>
        <a:xfrm>
          <a:off x="706966" y="767989"/>
          <a:ext cx="10322648" cy="612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80" tIns="64780" rIns="64780" bIns="6478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Uses JavaFX’s FXML &amp; CSS for UI</a:t>
          </a:r>
        </a:p>
      </dsp:txBody>
      <dsp:txXfrm>
        <a:off x="706966" y="767989"/>
        <a:ext cx="10322648" cy="612092"/>
      </dsp:txXfrm>
    </dsp:sp>
    <dsp:sp modelId="{43717C10-7CC7-4EB6-95AC-4D81F75CA510}">
      <dsp:nvSpPr>
        <dsp:cNvPr id="0" name=""/>
        <dsp:cNvSpPr/>
      </dsp:nvSpPr>
      <dsp:spPr>
        <a:xfrm>
          <a:off x="0" y="1533105"/>
          <a:ext cx="11029615" cy="6120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A91601E-540D-4D21-9447-51ED4A6E7C7E}">
      <dsp:nvSpPr>
        <dsp:cNvPr id="0" name=""/>
        <dsp:cNvSpPr/>
      </dsp:nvSpPr>
      <dsp:spPr>
        <a:xfrm>
          <a:off x="185158" y="1670826"/>
          <a:ext cx="336650" cy="33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164808D-9F34-4981-B84A-643AFF1A92FF}">
      <dsp:nvSpPr>
        <dsp:cNvPr id="0" name=""/>
        <dsp:cNvSpPr/>
      </dsp:nvSpPr>
      <dsp:spPr>
        <a:xfrm>
          <a:off x="706966" y="1533105"/>
          <a:ext cx="10322648" cy="612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80" tIns="64780" rIns="64780" bIns="6478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Built using a Custom Game Engine using JavaFX</a:t>
          </a:r>
        </a:p>
      </dsp:txBody>
      <dsp:txXfrm>
        <a:off x="706966" y="1533105"/>
        <a:ext cx="10322648" cy="612092"/>
      </dsp:txXfrm>
    </dsp:sp>
    <dsp:sp modelId="{B7A3E814-8BBE-4A36-B98C-C845006ED7B2}">
      <dsp:nvSpPr>
        <dsp:cNvPr id="0" name=""/>
        <dsp:cNvSpPr/>
      </dsp:nvSpPr>
      <dsp:spPr>
        <a:xfrm>
          <a:off x="0" y="2298220"/>
          <a:ext cx="11029615" cy="6120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AB1F176-9725-4A95-87C4-626A298C7DF3}">
      <dsp:nvSpPr>
        <dsp:cNvPr id="0" name=""/>
        <dsp:cNvSpPr/>
      </dsp:nvSpPr>
      <dsp:spPr>
        <a:xfrm>
          <a:off x="185158" y="2435941"/>
          <a:ext cx="336650" cy="33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F3D069E-AB23-4CEA-9B36-131236673B75}">
      <dsp:nvSpPr>
        <dsp:cNvPr id="0" name=""/>
        <dsp:cNvSpPr/>
      </dsp:nvSpPr>
      <dsp:spPr>
        <a:xfrm>
          <a:off x="706966" y="2298220"/>
          <a:ext cx="10322648" cy="612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80" tIns="64780" rIns="64780" bIns="6478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Architecture heavily inspired from Unity Game Engine</a:t>
          </a:r>
        </a:p>
      </dsp:txBody>
      <dsp:txXfrm>
        <a:off x="706966" y="2298220"/>
        <a:ext cx="10322648" cy="612092"/>
      </dsp:txXfrm>
    </dsp:sp>
    <dsp:sp modelId="{D56A822D-1A7B-4CD8-85C8-D93B550C8D19}">
      <dsp:nvSpPr>
        <dsp:cNvPr id="0" name=""/>
        <dsp:cNvSpPr/>
      </dsp:nvSpPr>
      <dsp:spPr>
        <a:xfrm>
          <a:off x="0" y="3063336"/>
          <a:ext cx="11029615" cy="6120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9C80CF3-CFD9-470E-83F4-6B1D029A1A89}">
      <dsp:nvSpPr>
        <dsp:cNvPr id="0" name=""/>
        <dsp:cNvSpPr/>
      </dsp:nvSpPr>
      <dsp:spPr>
        <a:xfrm>
          <a:off x="185158" y="3201057"/>
          <a:ext cx="336650" cy="33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C5117F1-0EC3-4F79-97B1-715E81E084D6}">
      <dsp:nvSpPr>
        <dsp:cNvPr id="0" name=""/>
        <dsp:cNvSpPr/>
      </dsp:nvSpPr>
      <dsp:spPr>
        <a:xfrm>
          <a:off x="706966" y="3063336"/>
          <a:ext cx="10322648" cy="612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80" tIns="64780" rIns="64780" bIns="6478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Consists of two separate independent modules; Engine &amp; Game</a:t>
          </a:r>
        </a:p>
      </dsp:txBody>
      <dsp:txXfrm>
        <a:off x="706966" y="3063336"/>
        <a:ext cx="10322648" cy="6120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98428A-FEA0-DE4F-A569-AC1651D63990}">
      <dsp:nvSpPr>
        <dsp:cNvPr id="0" name=""/>
        <dsp:cNvSpPr/>
      </dsp:nvSpPr>
      <dsp:spPr>
        <a:xfrm>
          <a:off x="-4572724" y="-701257"/>
          <a:ext cx="5448197" cy="5448197"/>
        </a:xfrm>
        <a:prstGeom prst="blockArc">
          <a:avLst>
            <a:gd name="adj1" fmla="val 18900000"/>
            <a:gd name="adj2" fmla="val 2700000"/>
            <a:gd name="adj3" fmla="val 396"/>
          </a:avLst>
        </a:pr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DDFE81-EE6A-3345-8437-2653DF29DB48}">
      <dsp:nvSpPr>
        <dsp:cNvPr id="0" name=""/>
        <dsp:cNvSpPr/>
      </dsp:nvSpPr>
      <dsp:spPr>
        <a:xfrm>
          <a:off x="283804" y="183916"/>
          <a:ext cx="4937186" cy="367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9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Start</a:t>
          </a:r>
        </a:p>
      </dsp:txBody>
      <dsp:txXfrm>
        <a:off x="283804" y="183916"/>
        <a:ext cx="4937186" cy="367671"/>
      </dsp:txXfrm>
    </dsp:sp>
    <dsp:sp modelId="{D0647ED1-C36A-5545-9CC8-A24F102FD138}">
      <dsp:nvSpPr>
        <dsp:cNvPr id="0" name=""/>
        <dsp:cNvSpPr/>
      </dsp:nvSpPr>
      <dsp:spPr>
        <a:xfrm>
          <a:off x="54009" y="137957"/>
          <a:ext cx="459589" cy="4595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B6A4A0-0D58-E045-9D72-085E09600565}">
      <dsp:nvSpPr>
        <dsp:cNvPr id="0" name=""/>
        <dsp:cNvSpPr/>
      </dsp:nvSpPr>
      <dsp:spPr>
        <a:xfrm>
          <a:off x="616764" y="735747"/>
          <a:ext cx="4604226" cy="367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9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Initialize</a:t>
          </a:r>
        </a:p>
      </dsp:txBody>
      <dsp:txXfrm>
        <a:off x="616764" y="735747"/>
        <a:ext cx="4604226" cy="367671"/>
      </dsp:txXfrm>
    </dsp:sp>
    <dsp:sp modelId="{27B39D4A-956A-F44D-B915-FAB71C2B9220}">
      <dsp:nvSpPr>
        <dsp:cNvPr id="0" name=""/>
        <dsp:cNvSpPr/>
      </dsp:nvSpPr>
      <dsp:spPr>
        <a:xfrm>
          <a:off x="386969" y="689788"/>
          <a:ext cx="459589" cy="4595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7DC42B-D051-0C4B-A20D-259E84491C16}">
      <dsp:nvSpPr>
        <dsp:cNvPr id="0" name=""/>
        <dsp:cNvSpPr/>
      </dsp:nvSpPr>
      <dsp:spPr>
        <a:xfrm>
          <a:off x="799224" y="1287174"/>
          <a:ext cx="4421766" cy="367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9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Start Game Loop</a:t>
          </a:r>
        </a:p>
      </dsp:txBody>
      <dsp:txXfrm>
        <a:off x="799224" y="1287174"/>
        <a:ext cx="4421766" cy="367671"/>
      </dsp:txXfrm>
    </dsp:sp>
    <dsp:sp modelId="{6461DE71-4439-D74B-8E2D-614265BE8A83}">
      <dsp:nvSpPr>
        <dsp:cNvPr id="0" name=""/>
        <dsp:cNvSpPr/>
      </dsp:nvSpPr>
      <dsp:spPr>
        <a:xfrm>
          <a:off x="569429" y="1241215"/>
          <a:ext cx="459589" cy="4595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BE6DBA-8E5E-8A4B-8784-E41156CDEBB5}">
      <dsp:nvSpPr>
        <dsp:cNvPr id="0" name=""/>
        <dsp:cNvSpPr/>
      </dsp:nvSpPr>
      <dsp:spPr>
        <a:xfrm>
          <a:off x="857482" y="1839005"/>
          <a:ext cx="4363508" cy="367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9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Hand Off to game module</a:t>
          </a:r>
        </a:p>
      </dsp:txBody>
      <dsp:txXfrm>
        <a:off x="857482" y="1839005"/>
        <a:ext cx="4363508" cy="367671"/>
      </dsp:txXfrm>
    </dsp:sp>
    <dsp:sp modelId="{1A055355-35A8-E641-8510-F95953F22666}">
      <dsp:nvSpPr>
        <dsp:cNvPr id="0" name=""/>
        <dsp:cNvSpPr/>
      </dsp:nvSpPr>
      <dsp:spPr>
        <a:xfrm>
          <a:off x="627687" y="1793046"/>
          <a:ext cx="459589" cy="4595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4DCB50-ED80-A241-B523-A97A4BEA9AF7}">
      <dsp:nvSpPr>
        <dsp:cNvPr id="0" name=""/>
        <dsp:cNvSpPr/>
      </dsp:nvSpPr>
      <dsp:spPr>
        <a:xfrm>
          <a:off x="799224" y="2390836"/>
          <a:ext cx="4421766" cy="367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9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End Game Loop</a:t>
          </a:r>
        </a:p>
      </dsp:txBody>
      <dsp:txXfrm>
        <a:off x="799224" y="2390836"/>
        <a:ext cx="4421766" cy="367671"/>
      </dsp:txXfrm>
    </dsp:sp>
    <dsp:sp modelId="{539658A1-670B-584C-BA26-1163373FE4BA}">
      <dsp:nvSpPr>
        <dsp:cNvPr id="0" name=""/>
        <dsp:cNvSpPr/>
      </dsp:nvSpPr>
      <dsp:spPr>
        <a:xfrm>
          <a:off x="569429" y="2344877"/>
          <a:ext cx="459589" cy="4595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897140-3CAC-ED4E-9B66-779756C14706}">
      <dsp:nvSpPr>
        <dsp:cNvPr id="0" name=""/>
        <dsp:cNvSpPr/>
      </dsp:nvSpPr>
      <dsp:spPr>
        <a:xfrm>
          <a:off x="616764" y="2942263"/>
          <a:ext cx="4604226" cy="367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9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Clean Up</a:t>
          </a:r>
        </a:p>
      </dsp:txBody>
      <dsp:txXfrm>
        <a:off x="616764" y="2942263"/>
        <a:ext cx="4604226" cy="367671"/>
      </dsp:txXfrm>
    </dsp:sp>
    <dsp:sp modelId="{8E667631-C38D-F34D-9815-AC16F249B01B}">
      <dsp:nvSpPr>
        <dsp:cNvPr id="0" name=""/>
        <dsp:cNvSpPr/>
      </dsp:nvSpPr>
      <dsp:spPr>
        <a:xfrm>
          <a:off x="386969" y="2896304"/>
          <a:ext cx="459589" cy="4595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735B81-F30D-5448-9356-AA5D3D88D728}">
      <dsp:nvSpPr>
        <dsp:cNvPr id="0" name=""/>
        <dsp:cNvSpPr/>
      </dsp:nvSpPr>
      <dsp:spPr>
        <a:xfrm>
          <a:off x="283804" y="3494094"/>
          <a:ext cx="4937186" cy="3676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9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Exit</a:t>
          </a:r>
        </a:p>
      </dsp:txBody>
      <dsp:txXfrm>
        <a:off x="283804" y="3494094"/>
        <a:ext cx="4937186" cy="367671"/>
      </dsp:txXfrm>
    </dsp:sp>
    <dsp:sp modelId="{EB0525FB-DA00-434B-A28F-DB03167DBF66}">
      <dsp:nvSpPr>
        <dsp:cNvPr id="0" name=""/>
        <dsp:cNvSpPr/>
      </dsp:nvSpPr>
      <dsp:spPr>
        <a:xfrm>
          <a:off x="54009" y="3448135"/>
          <a:ext cx="459589" cy="4595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751080-3E6A-334A-9081-BB7AF7EE4CF2}">
      <dsp:nvSpPr>
        <dsp:cNvPr id="0" name=""/>
        <dsp:cNvSpPr/>
      </dsp:nvSpPr>
      <dsp:spPr>
        <a:xfrm>
          <a:off x="0" y="189806"/>
          <a:ext cx="3253434" cy="3253434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0CE338-D4AC-E64E-8B14-54E0D9CBC90C}">
      <dsp:nvSpPr>
        <dsp:cNvPr id="0" name=""/>
        <dsp:cNvSpPr/>
      </dsp:nvSpPr>
      <dsp:spPr>
        <a:xfrm>
          <a:off x="1626717" y="189806"/>
          <a:ext cx="3795672" cy="325343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Loads Mandatory layout.fxml from edu/nust/game/scenes/[CLASS_NAME]/layout.fxml</a:t>
          </a:r>
        </a:p>
      </dsp:txBody>
      <dsp:txXfrm>
        <a:off x="1626717" y="189806"/>
        <a:ext cx="3795672" cy="520549"/>
      </dsp:txXfrm>
    </dsp:sp>
    <dsp:sp modelId="{ED8D2EFA-515A-DF4D-B1B5-5218B3FBEEB5}">
      <dsp:nvSpPr>
        <dsp:cNvPr id="0" name=""/>
        <dsp:cNvSpPr/>
      </dsp:nvSpPr>
      <dsp:spPr>
        <a:xfrm>
          <a:off x="341610" y="710355"/>
          <a:ext cx="2570212" cy="2570212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08571E-9350-F84B-B805-234D7B72921C}">
      <dsp:nvSpPr>
        <dsp:cNvPr id="0" name=""/>
        <dsp:cNvSpPr/>
      </dsp:nvSpPr>
      <dsp:spPr>
        <a:xfrm>
          <a:off x="1626717" y="710355"/>
          <a:ext cx="3795672" cy="25702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Loads Optional style.ss from edu/nust/game/scenes/[CLASS_NAME]/style.css</a:t>
          </a:r>
        </a:p>
      </dsp:txBody>
      <dsp:txXfrm>
        <a:off x="1626717" y="710355"/>
        <a:ext cx="3795672" cy="520549"/>
      </dsp:txXfrm>
    </dsp:sp>
    <dsp:sp modelId="{328EF1D1-CF10-8C41-954D-6D97DDA4C71A}">
      <dsp:nvSpPr>
        <dsp:cNvPr id="0" name=""/>
        <dsp:cNvSpPr/>
      </dsp:nvSpPr>
      <dsp:spPr>
        <a:xfrm>
          <a:off x="683221" y="1230905"/>
          <a:ext cx="1886991" cy="1886991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D47CC0-C922-BC48-80E7-8B97C056D8F5}">
      <dsp:nvSpPr>
        <dsp:cNvPr id="0" name=""/>
        <dsp:cNvSpPr/>
      </dsp:nvSpPr>
      <dsp:spPr>
        <a:xfrm>
          <a:off x="1626717" y="1230905"/>
          <a:ext cx="3795672" cy="188699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Initialize GameCamera</a:t>
          </a:r>
        </a:p>
      </dsp:txBody>
      <dsp:txXfrm>
        <a:off x="1626717" y="1230905"/>
        <a:ext cx="3795672" cy="520549"/>
      </dsp:txXfrm>
    </dsp:sp>
    <dsp:sp modelId="{C42E1473-9BF1-E246-83B4-984D0EDFA426}">
      <dsp:nvSpPr>
        <dsp:cNvPr id="0" name=""/>
        <dsp:cNvSpPr/>
      </dsp:nvSpPr>
      <dsp:spPr>
        <a:xfrm>
          <a:off x="1024831" y="1751454"/>
          <a:ext cx="1203770" cy="120377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B1E45C-E540-7C45-B05D-3A56CD377205}">
      <dsp:nvSpPr>
        <dsp:cNvPr id="0" name=""/>
        <dsp:cNvSpPr/>
      </dsp:nvSpPr>
      <dsp:spPr>
        <a:xfrm>
          <a:off x="1626717" y="1751454"/>
          <a:ext cx="3795672" cy="120377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Initailize DevConsole</a:t>
          </a:r>
        </a:p>
      </dsp:txBody>
      <dsp:txXfrm>
        <a:off x="1626717" y="1751454"/>
        <a:ext cx="3795672" cy="520549"/>
      </dsp:txXfrm>
    </dsp:sp>
    <dsp:sp modelId="{9C09C27B-6D58-A942-9C20-B36BA0FA7774}">
      <dsp:nvSpPr>
        <dsp:cNvPr id="0" name=""/>
        <dsp:cNvSpPr/>
      </dsp:nvSpPr>
      <dsp:spPr>
        <a:xfrm>
          <a:off x="1366442" y="2272004"/>
          <a:ext cx="520549" cy="520549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2141C5-D073-1A4B-B5EC-487D4B0801C9}">
      <dsp:nvSpPr>
        <dsp:cNvPr id="0" name=""/>
        <dsp:cNvSpPr/>
      </dsp:nvSpPr>
      <dsp:spPr>
        <a:xfrm>
          <a:off x="1626717" y="2272004"/>
          <a:ext cx="3795672" cy="5205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Setup Input Handler</a:t>
          </a:r>
        </a:p>
      </dsp:txBody>
      <dsp:txXfrm>
        <a:off x="1626717" y="2272004"/>
        <a:ext cx="3795672" cy="5205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77D281-5E5B-FC4A-9C77-930D49D1161A}">
      <dsp:nvSpPr>
        <dsp:cNvPr id="0" name=""/>
        <dsp:cNvSpPr/>
      </dsp:nvSpPr>
      <dsp:spPr>
        <a:xfrm>
          <a:off x="2359720" y="2615"/>
          <a:ext cx="702951" cy="4569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Update self</a:t>
          </a:r>
        </a:p>
      </dsp:txBody>
      <dsp:txXfrm>
        <a:off x="2382025" y="24920"/>
        <a:ext cx="658341" cy="412308"/>
      </dsp:txXfrm>
    </dsp:sp>
    <dsp:sp modelId="{4E0D2523-B792-934E-B698-29CB4A447C07}">
      <dsp:nvSpPr>
        <dsp:cNvPr id="0" name=""/>
        <dsp:cNvSpPr/>
      </dsp:nvSpPr>
      <dsp:spPr>
        <a:xfrm>
          <a:off x="1125746" y="231074"/>
          <a:ext cx="3170898" cy="3170898"/>
        </a:xfrm>
        <a:custGeom>
          <a:avLst/>
          <a:gdLst/>
          <a:ahLst/>
          <a:cxnLst/>
          <a:rect l="0" t="0" r="0" b="0"/>
          <a:pathLst>
            <a:path>
              <a:moveTo>
                <a:pt x="2037359" y="65769"/>
              </a:moveTo>
              <a:arcTo wR="1585449" hR="1585449" stAng="17193661" swAng="680597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BBC8CD-F755-F44A-97DD-C3A88F472D46}">
      <dsp:nvSpPr>
        <dsp:cNvPr id="0" name=""/>
        <dsp:cNvSpPr/>
      </dsp:nvSpPr>
      <dsp:spPr>
        <a:xfrm>
          <a:off x="3480802" y="466982"/>
          <a:ext cx="702951" cy="4569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Update GameObjects</a:t>
          </a:r>
        </a:p>
      </dsp:txBody>
      <dsp:txXfrm>
        <a:off x="3503107" y="489287"/>
        <a:ext cx="658341" cy="412308"/>
      </dsp:txXfrm>
    </dsp:sp>
    <dsp:sp modelId="{D7C26254-CB05-EB4C-BCBC-6FEAC5EF44A7}">
      <dsp:nvSpPr>
        <dsp:cNvPr id="0" name=""/>
        <dsp:cNvSpPr/>
      </dsp:nvSpPr>
      <dsp:spPr>
        <a:xfrm>
          <a:off x="1125746" y="231074"/>
          <a:ext cx="3170898" cy="3170898"/>
        </a:xfrm>
        <a:custGeom>
          <a:avLst/>
          <a:gdLst/>
          <a:ahLst/>
          <a:cxnLst/>
          <a:rect l="0" t="0" r="0" b="0"/>
          <a:pathLst>
            <a:path>
              <a:moveTo>
                <a:pt x="2970599" y="814081"/>
              </a:moveTo>
              <a:arcTo wR="1585449" hR="1585449" stAng="19853236" swAng="940576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D5964B-12C0-E04B-9A36-E8B882B88DC2}">
      <dsp:nvSpPr>
        <dsp:cNvPr id="0" name=""/>
        <dsp:cNvSpPr/>
      </dsp:nvSpPr>
      <dsp:spPr>
        <a:xfrm>
          <a:off x="3945169" y="1588064"/>
          <a:ext cx="702951" cy="4569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LateUpdate self</a:t>
          </a:r>
        </a:p>
      </dsp:txBody>
      <dsp:txXfrm>
        <a:off x="3967474" y="1610369"/>
        <a:ext cx="658341" cy="412308"/>
      </dsp:txXfrm>
    </dsp:sp>
    <dsp:sp modelId="{239AAB05-3E29-3349-9350-23BBE66E16F8}">
      <dsp:nvSpPr>
        <dsp:cNvPr id="0" name=""/>
        <dsp:cNvSpPr/>
      </dsp:nvSpPr>
      <dsp:spPr>
        <a:xfrm>
          <a:off x="1125746" y="231074"/>
          <a:ext cx="3170898" cy="3170898"/>
        </a:xfrm>
        <a:custGeom>
          <a:avLst/>
          <a:gdLst/>
          <a:ahLst/>
          <a:cxnLst/>
          <a:rect l="0" t="0" r="0" b="0"/>
          <a:pathLst>
            <a:path>
              <a:moveTo>
                <a:pt x="3127501" y="1953854"/>
              </a:moveTo>
              <a:arcTo wR="1585449" hR="1585449" stAng="806187" swAng="940576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B15505-C18C-B643-A682-4EFE251AD32D}">
      <dsp:nvSpPr>
        <dsp:cNvPr id="0" name=""/>
        <dsp:cNvSpPr/>
      </dsp:nvSpPr>
      <dsp:spPr>
        <a:xfrm>
          <a:off x="3480802" y="2709146"/>
          <a:ext cx="702951" cy="4569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LateUpdate GameObjects</a:t>
          </a:r>
        </a:p>
      </dsp:txBody>
      <dsp:txXfrm>
        <a:off x="3503107" y="2731451"/>
        <a:ext cx="658341" cy="412308"/>
      </dsp:txXfrm>
    </dsp:sp>
    <dsp:sp modelId="{2A124097-3889-8343-B4D8-388CA4F29D55}">
      <dsp:nvSpPr>
        <dsp:cNvPr id="0" name=""/>
        <dsp:cNvSpPr/>
      </dsp:nvSpPr>
      <dsp:spPr>
        <a:xfrm>
          <a:off x="1125746" y="231074"/>
          <a:ext cx="3170898" cy="3170898"/>
        </a:xfrm>
        <a:custGeom>
          <a:avLst/>
          <a:gdLst/>
          <a:ahLst/>
          <a:cxnLst/>
          <a:rect l="0" t="0" r="0" b="0"/>
          <a:pathLst>
            <a:path>
              <a:moveTo>
                <a:pt x="2327433" y="2986558"/>
              </a:moveTo>
              <a:arcTo wR="1585449" hR="1585449" stAng="3725742" swAng="680597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D7342D-82E6-B84B-9136-9C6DBFABD230}">
      <dsp:nvSpPr>
        <dsp:cNvPr id="0" name=""/>
        <dsp:cNvSpPr/>
      </dsp:nvSpPr>
      <dsp:spPr>
        <a:xfrm>
          <a:off x="2359720" y="3173513"/>
          <a:ext cx="702951" cy="4569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Update Camera</a:t>
          </a:r>
        </a:p>
      </dsp:txBody>
      <dsp:txXfrm>
        <a:off x="2382025" y="3195818"/>
        <a:ext cx="658341" cy="412308"/>
      </dsp:txXfrm>
    </dsp:sp>
    <dsp:sp modelId="{B1C727DB-64DB-B244-92D3-1AC50F81FCFA}">
      <dsp:nvSpPr>
        <dsp:cNvPr id="0" name=""/>
        <dsp:cNvSpPr/>
      </dsp:nvSpPr>
      <dsp:spPr>
        <a:xfrm>
          <a:off x="1125746" y="231074"/>
          <a:ext cx="3170898" cy="3170898"/>
        </a:xfrm>
        <a:custGeom>
          <a:avLst/>
          <a:gdLst/>
          <a:ahLst/>
          <a:cxnLst/>
          <a:rect l="0" t="0" r="0" b="0"/>
          <a:pathLst>
            <a:path>
              <a:moveTo>
                <a:pt x="1133538" y="3105128"/>
              </a:moveTo>
              <a:arcTo wR="1585449" hR="1585449" stAng="6393661" swAng="680597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2F6700-FF06-5B40-9D11-5BB94AD62150}">
      <dsp:nvSpPr>
        <dsp:cNvPr id="0" name=""/>
        <dsp:cNvSpPr/>
      </dsp:nvSpPr>
      <dsp:spPr>
        <a:xfrm>
          <a:off x="1238638" y="2709146"/>
          <a:ext cx="702951" cy="4569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Remove queued GameObjects</a:t>
          </a:r>
        </a:p>
      </dsp:txBody>
      <dsp:txXfrm>
        <a:off x="1260943" y="2731451"/>
        <a:ext cx="658341" cy="412308"/>
      </dsp:txXfrm>
    </dsp:sp>
    <dsp:sp modelId="{A9F9A5B9-6A1F-6147-A2B5-E0A293C49045}">
      <dsp:nvSpPr>
        <dsp:cNvPr id="0" name=""/>
        <dsp:cNvSpPr/>
      </dsp:nvSpPr>
      <dsp:spPr>
        <a:xfrm>
          <a:off x="1125746" y="231074"/>
          <a:ext cx="3170898" cy="3170898"/>
        </a:xfrm>
        <a:custGeom>
          <a:avLst/>
          <a:gdLst/>
          <a:ahLst/>
          <a:cxnLst/>
          <a:rect l="0" t="0" r="0" b="0"/>
          <a:pathLst>
            <a:path>
              <a:moveTo>
                <a:pt x="200299" y="2356816"/>
              </a:moveTo>
              <a:arcTo wR="1585449" hR="1585449" stAng="9053236" swAng="940576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753CAD-04B7-D042-A287-BF2A6025405F}">
      <dsp:nvSpPr>
        <dsp:cNvPr id="0" name=""/>
        <dsp:cNvSpPr/>
      </dsp:nvSpPr>
      <dsp:spPr>
        <a:xfrm>
          <a:off x="774270" y="1588064"/>
          <a:ext cx="702951" cy="4569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Render Objects In View</a:t>
          </a:r>
        </a:p>
      </dsp:txBody>
      <dsp:txXfrm>
        <a:off x="796575" y="1610369"/>
        <a:ext cx="658341" cy="412308"/>
      </dsp:txXfrm>
    </dsp:sp>
    <dsp:sp modelId="{2F325FEF-B99A-8F4B-8FFD-B2B31D501CA8}">
      <dsp:nvSpPr>
        <dsp:cNvPr id="0" name=""/>
        <dsp:cNvSpPr/>
      </dsp:nvSpPr>
      <dsp:spPr>
        <a:xfrm>
          <a:off x="1125746" y="231074"/>
          <a:ext cx="3170898" cy="3170898"/>
        </a:xfrm>
        <a:custGeom>
          <a:avLst/>
          <a:gdLst/>
          <a:ahLst/>
          <a:cxnLst/>
          <a:rect l="0" t="0" r="0" b="0"/>
          <a:pathLst>
            <a:path>
              <a:moveTo>
                <a:pt x="43396" y="1217043"/>
              </a:moveTo>
              <a:arcTo wR="1585449" hR="1585449" stAng="11606187" swAng="940576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BC5B5A-9B95-6B40-92AD-DA18E37E69F8}">
      <dsp:nvSpPr>
        <dsp:cNvPr id="0" name=""/>
        <dsp:cNvSpPr/>
      </dsp:nvSpPr>
      <dsp:spPr>
        <a:xfrm>
          <a:off x="1238638" y="466982"/>
          <a:ext cx="702951" cy="4569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Render Debug Shapes</a:t>
          </a:r>
        </a:p>
      </dsp:txBody>
      <dsp:txXfrm>
        <a:off x="1260943" y="489287"/>
        <a:ext cx="658341" cy="412308"/>
      </dsp:txXfrm>
    </dsp:sp>
    <dsp:sp modelId="{8EDBF71A-29F9-064F-ADD0-6F1B0694ED0C}">
      <dsp:nvSpPr>
        <dsp:cNvPr id="0" name=""/>
        <dsp:cNvSpPr/>
      </dsp:nvSpPr>
      <dsp:spPr>
        <a:xfrm>
          <a:off x="1125746" y="231074"/>
          <a:ext cx="3170898" cy="3170898"/>
        </a:xfrm>
        <a:custGeom>
          <a:avLst/>
          <a:gdLst/>
          <a:ahLst/>
          <a:cxnLst/>
          <a:rect l="0" t="0" r="0" b="0"/>
          <a:pathLst>
            <a:path>
              <a:moveTo>
                <a:pt x="843465" y="184339"/>
              </a:moveTo>
              <a:arcTo wR="1585449" hR="1585449" stAng="14525742" swAng="680597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10C8D6-E383-28CA-27A5-A446FC9EB8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8DF79D-21CB-1C5F-426B-9219E8867A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5C60E8-10E8-2344-85FF-7AC25F19E42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BC095A-2666-14A7-0F0A-9C073B7A7E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A8773B-9331-07FA-8A7C-0D1FD4B068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5BCFEB-8C71-3B4D-9AFC-098EE4BFA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68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3FED31-2EEB-C44F-88F0-FEF14BE2ED8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D7085-545D-074F-B63B-E5ADB6440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152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856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46E09-8993-5ADB-4F46-619927742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24C3E-DF94-AB51-16EF-B8474F09E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517566-8D0F-302D-D369-4A308429E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3D750-CA6C-9CC0-10D9-747769497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47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57AE0-68BC-FEB0-52E0-A6C9A27A4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424770-4717-E61B-362C-6242CD89C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6C60D-553C-3A1B-3DE0-F106BC6FF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73126-8673-E21A-EBB2-D1347A5D2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29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CD318-FF19-073E-B4C8-2E431D4A6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69AA0-E4ED-C221-B3C8-922AC072A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F8FE2-ADB1-D9C5-520E-0CD957CAD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ED905-0363-6126-2E05-2582E7B89F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264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2B898-BF34-8F86-CDCB-036280827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02042D-0069-DC0E-3E82-D366C786B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1515F5-9003-FBC6-37DB-F1D92BA60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B81BA-91A6-0D55-6F72-6BBD3F20F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40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12620-08ED-6852-42BD-1816162F9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F4AB2C-FB65-4E95-B130-31684F5D9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B4E6FB-1A06-188B-C862-80C932F30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92756-3B8C-07FF-BC48-EBAC26914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452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6977A-8AA5-F903-990C-779AFA2D0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05B257-F67B-4C14-8D40-FE04BE9A8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35650E-9F06-17BB-48C8-F25C7495A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AD9AD-8859-0CD0-93B7-4383F5A89F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98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CA5C6-9189-FC70-2705-5587A740A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E51B9-F785-6EFF-802F-EC31E6623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7481B5-BD3B-1C0D-0218-007C36C18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ABAA2-9487-D948-1E20-F87C236A16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5299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B9587-9B98-4387-C413-9DFDDB409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BCCF1D-74B0-7266-EB02-13C01A8B4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B550C2-1981-6D83-1C84-85459BA3D0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5702D-8183-0FAD-74F1-D1A912B0EF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792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53BCE-690E-8AF6-1307-5BD206E63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1A1870-E1E8-011E-C81B-6696FE561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C971F3-B8FF-2E23-8696-0D4E6A415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DF725-0736-62C4-F10E-D4693A668C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4562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6CE0E-5E27-0B7F-8ABA-4E1748B3A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196A85-A155-F83B-7C13-5A3178C18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DA65FE-4927-2263-83F3-187B8A0BE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7B33A-43D3-8113-617E-B6521C27FD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913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7833A-5BDD-5B90-A572-1A045F843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3F41F4-1EBE-06E0-E3F2-42F6CB02EA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E780F-9A96-DF9F-ABB3-5AF96617A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663B3-A1D8-45A9-3C25-6EE856916F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581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BAD01-CA6D-E980-F33F-05C592433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1F2CE0-48C5-1D69-1712-D040A0DD1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26D61-2D36-09F3-AD28-813627D06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04834-A390-DE50-2472-1C2D5C1CD1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6893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074D2-03E4-685C-FE81-5BD7B7200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D7CFA8-8B08-548B-C3E9-61FB78492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42F5E6-471D-33BF-CE42-412709240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10CB2-53FC-D2DF-9FD5-3C26CD8A32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280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A401E-EB96-F070-9118-48EAC6D67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4E38D8-1427-92EC-C589-9E1A2CB8A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F2198A-92E9-5EA8-ABC7-5881F46FB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97043-EB24-F315-3538-0AE490020C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0797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78B77-36A6-BAF8-3D67-5FF4C79DB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1A4618-8817-28DE-D7C8-BD5F9B17F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00DE21-7915-3C2D-AC21-3D0615D25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0B69D-1FDB-21D3-BE06-22946D1E57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41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F0561-93C9-6091-FC8B-B02CB9A7E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39B446-EE79-FB91-97FA-9DCB39A5F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44557-3C2A-1068-1FB4-455233A0B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10D69-F393-08F4-3B5F-F0DA830D4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0435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0BD52-2876-47DE-CF3C-E49D6DC2E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586D06-ED65-DCDD-AC37-2CE718DD0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CBAEA0-4958-23AA-1121-C14CE5C6C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967BE-EAED-D4DA-271B-8585BFE8F9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0934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D7457-49C8-1D2E-C34E-449031DDC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18869F-54C9-696B-983D-3A4D6D9F9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A2355A-D85D-EB97-F5FF-B276ED702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D61F9-98BB-4EE4-F9B3-E0CB4B85A9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5191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E126D-F3EE-67AD-3514-5941370B1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DED59D-7B50-9720-1832-A6A12359F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B2A670-9397-C6F5-386C-0DD86675F5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96900-293B-C4E4-1694-B788FD6AF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7812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0BB5E-182C-CB6A-009A-941A5D649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1EFE83-D139-8056-156B-E176963B4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81A0B8-2903-4CE4-F68C-49E698CC6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E6300-EA75-7833-3629-2101C36F29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5915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B913E-D850-3AB1-0453-EB9F9FC04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5FB98-4E86-2195-C170-1A0729567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8183B-BB35-F081-AAE7-020C0481E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4E972-96B5-BACB-F155-C14FE156A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466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E27FB-8F6F-081A-0CEA-E9235932B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37FE0A-07B5-B702-5132-D94E69F60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CC30F8-CCCC-69A6-CCC0-C2AD266AC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6F757-48E6-A413-B971-3D24405427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944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00CE0-6230-64C3-5E3B-B57036455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7B121C-DCC2-342F-32CA-9C07829A3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5B0510-24F4-BCBE-1C12-FF5DC4B87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8C24E-DA9F-7D7E-9618-77D57561B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2738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09F98-B833-EE44-03B1-D2C649BA5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3BC59B-2A71-86EE-6472-3AB4DF5CC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2E0EE4-F706-4F79-AF9F-4DFAB0A0E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D8207-7056-A07B-9A8F-F4166E3FD1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403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06238-7C29-A1FC-D06F-CDF6C8B84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0AAEF0-F80E-4CD8-325A-8BF8325A2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4B75E2-D3AA-C1E1-8B7E-C89B05731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D2405-AD9E-BB0A-0A92-D851342F9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06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C0250-5043-8C00-55B2-C53BC93CF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F39009-257E-ED6B-514C-3F9BF7CE0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5FF124-6A21-F50C-955D-B676ADF960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C92C3-4A2C-E67C-6664-0821685A4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725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1A43B-D4D5-7AD6-0629-D8770F7CD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87FD1A-DE62-E3C9-A64C-FE7513CA2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E3FCE1-20CD-C39B-5A86-898D08ED6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12ED0-C6E4-B2E6-538B-103B405643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212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5719D-0D37-8980-88F6-06DCA0A4C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F8073E-88DD-C3CC-30C6-E24AC554C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1189DC-7467-A941-A6D8-311CC6A54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B1736-28DF-3962-CA50-EBDA3FCF20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2434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7CFD9-F1B2-A4F9-2CE3-A783A18FB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70B301-8CB0-2D27-1B2A-5CC49961C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ACA4FF-2C71-3EA7-B1D6-673E7F1B8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ABF87-438F-208B-ADCB-A1E74E802C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779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56BE5-3706-614E-9E1B-9A13B7CCD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A21EC8-7BC2-C19D-DA45-206B54044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67908-74AF-E04E-3835-D263569CCE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5F55E-A793-D3C6-D3C5-D26C9F7E26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7029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075EC-F68D-FB23-A791-D85AECBE3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8BB969-626B-786F-C4D9-2221B3815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118239-C122-2324-FB05-B907FDC64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BD680-F4C4-894E-740D-58C4332CE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540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8F490-6FD8-1EE1-B691-02A43E1BF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5BABB4-07F2-35E8-73D0-3B685B22D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9040C-6658-E1C4-CF00-53F2253FF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BF7F7-7291-4D5C-1D3A-12270FD5F9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3923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1AAEB-66A0-1652-308C-D5F3801B4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096009-8213-E20C-F39B-8E4F64C06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446640-1B32-F52B-2F68-166A9816F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2DDE0-EFF7-5114-1A4B-8DC92BD821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958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5A4CE-CF52-62A8-D583-16DF6B98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2389D4-FA8D-73EC-4B8B-8DD82B2A6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DF2FB7-CB7F-15EE-B7AD-5E04B3D93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DA845-7154-E631-AB6E-B859D6B683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62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6B59E-CA38-3F85-F583-1DB6BEC0F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FD5B8-94CD-D9D4-E385-BBA4A6991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CF6869-DD59-E610-21AB-ABB48A3EA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88854-2090-95EA-3B92-B898A47AC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6462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38F94-5222-BED9-310D-928A150AF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C4828A-4A57-7D4C-A7BE-259D641DD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67F8D-9E8B-7149-5F2A-C6BD11C8E1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37FAA-9EF6-42C0-EEFC-4E1DF8D0E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01762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85907-1EB2-DC08-02E8-F1C4A693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E138A-A5D5-8AB3-BFB3-97440DFF0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0DB769-1519-AC87-F55C-11C26FC2DF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CCB4B-C2FC-81C0-9DCE-A5D31889EE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44706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C8F23-3C0B-9A83-B681-07AFC5673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539DAA-39DC-9833-85B7-061370CC8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C6C893-997D-9ACA-04BA-25EFFA9DA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2BA40-272C-D32E-2544-53A8E2F4A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6311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E508D-8428-3CEE-33F8-6A8C63DB4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EF5E5D-9B83-4F8B-D80E-609C0CC921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708CC-7767-6AB0-FBD8-49B11FBDA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094F6-6E8D-9D2A-24BB-20FFDB376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67390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052F6-C241-83A3-8B9D-26A0FE1D8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A533D-DDA1-BE6A-FCD1-137F677CD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DE60D5-4F40-8BEA-B6A7-35692EF84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DCB68-02C4-04FF-4DB5-EAF11361BF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61174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C12C6-3772-FE7C-F77E-62DC9A296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9A8DB4-264A-44F9-20D5-874BEDF6D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9863C-A5FC-F475-A96C-7DCB8F8C3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F7CBD-5B07-B8EB-2EDA-00FEAB8C1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027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3DADF-6708-F9F2-3D2B-EDCA95109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D67C5-9FB1-54C9-EA10-F67513D7E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F47AC4-1856-92E8-F1FC-85B382C5B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91DAD-3091-AA22-D0D2-8EC2196701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5166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B03D3-FA16-0850-7C7C-4FEEF16EB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39E107-ADF2-C850-A2D3-677CAC23E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486EE3-71E7-63AD-5EF4-96A275E4F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BD7AF-16F6-4A3A-1A08-76F016F4F2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22987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DC06C-86A4-708C-443A-91EEE7740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D78391-56A2-B232-269E-768C81783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A553B3-8132-4A44-F3CB-041DEBB20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95BF1-66E8-9F12-EE48-B559A1460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710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3BE30-5D12-CED6-A2CD-5A547CCFD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29D32-82A1-3DCC-5B86-E93C282B1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C85A67-6BCE-86FB-987D-ED4051644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BEA88-317A-E02D-BD41-DC3C7F562B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8404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9186A-2B02-E849-3A66-BFB77D982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17105A-C004-1831-227B-20724B8C7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4EC8C-E39A-0F42-0505-255AE3A74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C6D0D-BC6F-8D0E-D594-35AAA84FF4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6950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21A7D-C61E-5532-CE52-343FE6AFA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AECFC2-8560-6854-782D-57952DBAEA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545378-BA87-154E-4C9F-E81708459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F1D47-3124-644A-7636-258CF8FF95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26104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37A1D-0B23-2F9E-A926-72FFF47DD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54B684-F3C6-30DC-042B-29166C5CC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321E20-72FC-70AB-BCA5-FA15D8E33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5D031-F6CA-A77F-61FC-263903D20F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51076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17D7E-D028-4376-F741-B3CFC4025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60B4FF-B6DA-F8EE-03BF-8E9387AE2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5743CD-0BA2-36D2-D447-DCE0FAD05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E46CC-35BB-34BC-75B3-E189E50BE3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7426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2D994-8264-377B-E98D-A719ED7DB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19F08-42A3-57F1-4177-888C61168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E8D9D7-E470-1D42-4511-E6A896CED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4D8CF-3D2D-F485-D88A-60C867980B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14923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F29DD-31AD-6F06-74D2-05E26B34E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87C3AD-49B4-2B36-874A-A46C434B7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D0F67B-5D23-A4DC-4711-BD7DEA5DB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A896D-F4AB-2357-AAC4-16878B709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8690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30A3E-F302-26BC-25F0-EF98B11BF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7944D7-3245-0936-035D-81C71C9E1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32FECD-2113-B4BA-E471-B8F3C3F9D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32F30-4356-9E02-7109-EEBD394783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15992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5E314-27EC-56AC-B203-65A2E320B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FDFA91-609A-20D1-FE40-F96C5E2A6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483F01-0E4F-CB18-9214-78BDDD8A3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FE8DB-6000-6153-FBF4-4AD2DD4DD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5293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1E113-E8A2-F95E-F19A-E819F0C5F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FC19F8-F666-D876-D283-1D25612C1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E13239-F144-ED02-7F63-105660A5B9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8C824-E462-24E3-E2C4-C8F803C2CD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3366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8CC85-40D2-6A4A-32AD-18C763AE6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BD6323-4EDF-6981-B24C-63B905D16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062AF4-B4B7-237A-CB89-716F4004B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4513E-B6BD-5105-A305-6DF89BEC1B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1669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C7BD0-0058-319C-FAB9-1D08BC3D5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EFDF58-9FE1-524D-0C60-77558A456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506737-8ECF-075E-E984-3E801FDBC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2C76E-94E1-4485-0AF1-546703124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8374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36935-3CF5-0EBF-5829-093B18427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20F198-0FFE-8ACF-22EF-C517E7F82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59C5C9-5F52-680B-72CF-B0D3009CC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CD43A-2161-2501-DC46-E4DE1BB06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55447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52825-05B9-5C9A-73E4-6CC268313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9621F9-430C-8249-361C-3AA575090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FD574F-B926-8BC5-7BD4-4240209CF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472E5-8227-1821-B89A-02B3F0E5F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7274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F48F4-265A-D504-C78D-419C5D958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3E27EE-762A-3AC0-1F12-4EA91D229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E85A0-2026-0252-497E-7D227855C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B639E-00ED-72B4-48FC-1C67CC97EC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95693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EC35F-731E-DDC6-31C9-5E1FF716F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3FC9EB-9F75-9E19-5875-79240A1AA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E13ECB-F682-C67D-9287-2BC7F2C8B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4E12F-3E78-53E2-EDB8-F77A973587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00236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580FB-E9E1-0628-5A49-94D82405F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EF9624-10DF-0556-56D0-856536FC6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138082-9F3C-3FFA-7650-0F2A231FB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81AE6-5D13-2087-70F0-31ADBF5BD8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73785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02B34-1DAC-DE79-61A8-970AF57E5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56C73D-AC84-A37D-B5A6-36F54D8C3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53FFE1-F6C4-E24F-44BD-B538FB783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23E18-6F23-174E-A357-B9EA83AD07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283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636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32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67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109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78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83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873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572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249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302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711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FC4E2FD-D3AB-1E4A-8CC1-DAF83946C1C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774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45" r:id="rId1"/>
    <p:sldLayoutId id="2147484446" r:id="rId2"/>
    <p:sldLayoutId id="2147484447" r:id="rId3"/>
    <p:sldLayoutId id="2147484448" r:id="rId4"/>
    <p:sldLayoutId id="2147484449" r:id="rId5"/>
    <p:sldLayoutId id="2147484450" r:id="rId6"/>
    <p:sldLayoutId id="2147484451" r:id="rId7"/>
    <p:sldLayoutId id="2147484452" r:id="rId8"/>
    <p:sldLayoutId id="2147484453" r:id="rId9"/>
    <p:sldLayoutId id="2147484454" r:id="rId10"/>
    <p:sldLayoutId id="214748445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26303-8082-EADF-B4EC-44708CD99C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Zombie Zero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885AA6-2170-4074-DB99-128497E573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Technical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832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AA19D3-E40D-49D9-6010-2AFB416B7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1033389"/>
            <a:ext cx="4826256" cy="4825409"/>
          </a:xfrm>
        </p:spPr>
        <p:txBody>
          <a:bodyPr anchor="ctr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Project Goals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0B4DA-5C3F-F44E-E742-140902A64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Create a production ready game deployed online</a:t>
            </a:r>
          </a:p>
          <a:p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Should be fun to play</a:t>
            </a:r>
          </a:p>
          <a:p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No proof on concept, an actual game</a:t>
            </a:r>
          </a:p>
          <a:p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Playable by everyone (Cross Platform)</a:t>
            </a:r>
          </a:p>
        </p:txBody>
      </p:sp>
    </p:spTree>
    <p:extLst>
      <p:ext uri="{BB962C8B-B14F-4D97-AF65-F5344CB8AC3E}">
        <p14:creationId xmlns:p14="http://schemas.microsoft.com/office/powerpoint/2010/main" val="3199255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919F6A-AD73-686A-12BE-BF04384B0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1033389"/>
            <a:ext cx="4826256" cy="4825409"/>
          </a:xfrm>
        </p:spPr>
        <p:txBody>
          <a:bodyPr anchor="ctr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Team Distribution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823CA76-74D9-C634-A9E5-1CCF98155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Muhammad Aniq Nasir</a:t>
            </a:r>
          </a:p>
          <a:p>
            <a:pPr lvl="1">
              <a:lnSpc>
                <a:spcPct val="90000"/>
              </a:lnSpc>
            </a:pPr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GitHub Profile</a:t>
            </a:r>
          </a:p>
          <a:p>
            <a:pPr lvl="1">
              <a:lnSpc>
                <a:spcPct val="90000"/>
              </a:lnSpc>
            </a:pPr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Worked on Core Game Logic, Core Game Systems …</a:t>
            </a:r>
          </a:p>
          <a:p>
            <a:pPr>
              <a:lnSpc>
                <a:spcPct val="90000"/>
              </a:lnSpc>
            </a:pPr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Hasham Tanveer</a:t>
            </a:r>
          </a:p>
          <a:p>
            <a:pPr lvl="1">
              <a:lnSpc>
                <a:spcPct val="90000"/>
              </a:lnSpc>
            </a:pPr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GitHub Profile</a:t>
            </a:r>
          </a:p>
          <a:p>
            <a:pPr lvl="1">
              <a:lnSpc>
                <a:spcPct val="90000"/>
              </a:lnSpc>
            </a:pPr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Worked on Game UI, High Scores and Weapon Systems ...</a:t>
            </a:r>
          </a:p>
          <a:p>
            <a:pPr>
              <a:lnSpc>
                <a:spcPct val="90000"/>
              </a:lnSpc>
            </a:pPr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Muhammad Mujtaba</a:t>
            </a:r>
          </a:p>
          <a:p>
            <a:pPr lvl="1">
              <a:lnSpc>
                <a:spcPct val="90000"/>
              </a:lnSpc>
            </a:pPr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GitHub Profile</a:t>
            </a:r>
          </a:p>
          <a:p>
            <a:pPr lvl="1">
              <a:lnSpc>
                <a:spcPct val="90000"/>
              </a:lnSpc>
            </a:pPr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Worked on Game Engine, Enemy Spawning ...</a:t>
            </a:r>
          </a:p>
          <a:p>
            <a:pPr lvl="1">
              <a:lnSpc>
                <a:spcPct val="90000"/>
              </a:lnSpc>
            </a:pPr>
            <a:endParaRPr lang="en-US" sz="200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213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DAC8F-AE8D-8355-C8AD-7AE50A462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Game Overview</a:t>
            </a:r>
            <a:endParaRPr lang="en-US" dirty="0"/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20940BD7-BBB8-1BEC-41E2-22B11A084D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4802914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E823A1B-751D-9920-F710-C5D3DAD082B4}"/>
              </a:ext>
            </a:extLst>
          </p:cNvPr>
          <p:cNvSpPr txBox="1"/>
          <p:nvPr/>
        </p:nvSpPr>
        <p:spPr>
          <a:xfrm>
            <a:off x="581192" y="6032810"/>
            <a:ext cx="110296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*Linux executable is not available as of now, but </a:t>
            </a:r>
            <a:r>
              <a:rPr lang="en-US" sz="1600" dirty="0" err="1"/>
              <a:t>gradle</a:t>
            </a:r>
            <a:r>
              <a:rPr lang="en-US" sz="1600" dirty="0"/>
              <a:t> setup has been completed</a:t>
            </a:r>
          </a:p>
        </p:txBody>
      </p:sp>
    </p:spTree>
    <p:extLst>
      <p:ext uri="{BB962C8B-B14F-4D97-AF65-F5344CB8AC3E}">
        <p14:creationId xmlns:p14="http://schemas.microsoft.com/office/powerpoint/2010/main" val="4186085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5D04B-1590-C4B4-3294-A052C2184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Architecture Overview</a:t>
            </a:r>
            <a:endParaRPr lang="en-US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70816C1-3160-0904-10B7-6642676A1A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8529716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017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9065-F59A-CC02-A9A1-F3D4F4A8F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Engine High Level Overview</a:t>
            </a: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E661D03-4DD4-45E7-A047-ED722E826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6052F8-5CD5-B4FF-6604-50A3444DB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78" y="2266121"/>
            <a:ext cx="5225778" cy="3889723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E09A17-E864-B4CD-1E9A-C86B93FA93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3818873"/>
              </p:ext>
            </p:extLst>
          </p:nvPr>
        </p:nvGraphicFramePr>
        <p:xfrm>
          <a:off x="6335805" y="2180496"/>
          <a:ext cx="5275001" cy="4045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94824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9D1C9-0E88-95F9-79B1-F802A3D3B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99B2FB-55C8-49FA-16D1-06FE44ECB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7361885A-6F00-20D8-AA8B-A4851F197B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5505951"/>
              </p:ext>
            </p:extLst>
          </p:nvPr>
        </p:nvGraphicFramePr>
        <p:xfrm>
          <a:off x="448056" y="2016807"/>
          <a:ext cx="11283697" cy="4486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0966">
                  <a:extLst>
                    <a:ext uri="{9D8B030D-6E8A-4147-A177-3AD203B41FA5}">
                      <a16:colId xmlns:a16="http://schemas.microsoft.com/office/drawing/2014/main" val="3533025806"/>
                    </a:ext>
                  </a:extLst>
                </a:gridCol>
                <a:gridCol w="559667">
                  <a:extLst>
                    <a:ext uri="{9D8B030D-6E8A-4147-A177-3AD203B41FA5}">
                      <a16:colId xmlns:a16="http://schemas.microsoft.com/office/drawing/2014/main" val="4287799423"/>
                    </a:ext>
                  </a:extLst>
                </a:gridCol>
                <a:gridCol w="3200260">
                  <a:extLst>
                    <a:ext uri="{9D8B030D-6E8A-4147-A177-3AD203B41FA5}">
                      <a16:colId xmlns:a16="http://schemas.microsoft.com/office/drawing/2014/main" val="341814982"/>
                    </a:ext>
                  </a:extLst>
                </a:gridCol>
                <a:gridCol w="563582">
                  <a:extLst>
                    <a:ext uri="{9D8B030D-6E8A-4147-A177-3AD203B41FA5}">
                      <a16:colId xmlns:a16="http://schemas.microsoft.com/office/drawing/2014/main" val="622380881"/>
                    </a:ext>
                  </a:extLst>
                </a:gridCol>
                <a:gridCol w="3189555">
                  <a:extLst>
                    <a:ext uri="{9D8B030D-6E8A-4147-A177-3AD203B41FA5}">
                      <a16:colId xmlns:a16="http://schemas.microsoft.com/office/drawing/2014/main" val="1213397636"/>
                    </a:ext>
                  </a:extLst>
                </a:gridCol>
                <a:gridCol w="559667">
                  <a:extLst>
                    <a:ext uri="{9D8B030D-6E8A-4147-A177-3AD203B41FA5}">
                      <a16:colId xmlns:a16="http://schemas.microsoft.com/office/drawing/2014/main" val="798447768"/>
                    </a:ext>
                  </a:extLst>
                </a:gridCol>
              </a:tblGrid>
              <a:tr h="373879">
                <a:tc gridSpan="2">
                  <a:txBody>
                    <a:bodyPr/>
                    <a:lstStyle/>
                    <a:p>
                      <a:r>
                        <a:rPr lang="en-US" dirty="0"/>
                        <a:t>Engine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/>
                        <a:t>Game Mechanics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/>
                        <a:t>Scenes Breakdown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881149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 dirty="0" err="1"/>
                        <a:t>GameWorld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Asset Manager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u="sng"/>
                        <a:t>StartScene</a:t>
                      </a:r>
                      <a:endParaRPr lang="en-US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57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02264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 b="1" u="sng" dirty="0" err="1"/>
                        <a:t>GameScene</a:t>
                      </a:r>
                      <a:endParaRPr lang="en-US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10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Collision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u="sng"/>
                        <a:t>LevelScene</a:t>
                      </a:r>
                      <a:endParaRPr lang="en-US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58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119098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 dirty="0" err="1"/>
                        <a:t>GameObject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Player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u="sng"/>
                        <a:t>HighScoresScene</a:t>
                      </a:r>
                      <a:endParaRPr lang="en-US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44131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/>
                        <a:t>Component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Enemy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72015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/>
                        <a:t>Rendering Pipeline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u="sng"/>
                        <a:t>Path finder</a:t>
                      </a:r>
                      <a:endParaRPr lang="en-US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45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323361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/>
                        <a:t>Input Handling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Weapon System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79786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/>
                        <a:t>DevConsole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Health Bar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137338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/>
                        <a:t>Resources Management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Audio Management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90811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/>
                        <a:t>Math Library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Gradle Tasks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971564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/>
                        <a:t>GameLogger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UML Generation Pipeline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789666"/>
                  </a:ext>
                </a:extLst>
              </a:tr>
              <a:tr h="373879">
                <a:tc>
                  <a:txBody>
                    <a:bodyPr/>
                    <a:lstStyle/>
                    <a:p>
                      <a:r>
                        <a:rPr lang="en-US"/>
                        <a:t>Audio Management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847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2002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83DA7-C11E-65CA-BBFB-87E02ACCFB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Engine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2AC46-FE79-4F73-D0BA-576401F13F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Deep Dive</a:t>
            </a:r>
          </a:p>
        </p:txBody>
      </p:sp>
    </p:spTree>
    <p:extLst>
      <p:ext uri="{BB962C8B-B14F-4D97-AF65-F5344CB8AC3E}">
        <p14:creationId xmlns:p14="http://schemas.microsoft.com/office/powerpoint/2010/main" val="1912183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78B4B-B464-E4B1-3BD5-85C07AA2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GameWorld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3DAE9-F00F-AF4E-11BC-24FDFBAF1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GameWorld</a:t>
            </a:r>
            <a:r>
              <a:rPr lang="en-US" dirty="0"/>
              <a:t> owns the JavaFX Stage and Scene</a:t>
            </a:r>
          </a:p>
          <a:p>
            <a:r>
              <a:rPr lang="en-US" dirty="0"/>
              <a:t>Drives the </a:t>
            </a:r>
            <a:r>
              <a:rPr lang="en-US" dirty="0" err="1"/>
              <a:t>AnimationTimer</a:t>
            </a:r>
            <a:r>
              <a:rPr lang="en-US" dirty="0"/>
              <a:t> loop for main Game Loop</a:t>
            </a:r>
          </a:p>
          <a:p>
            <a:r>
              <a:rPr lang="en-US" dirty="0"/>
              <a:t>Delegates each frame to the active </a:t>
            </a:r>
            <a:r>
              <a:rPr lang="en-US" dirty="0" err="1"/>
              <a:t>GameScene</a:t>
            </a:r>
            <a:endParaRPr lang="en-US" dirty="0"/>
          </a:p>
          <a:p>
            <a:r>
              <a:rPr lang="en-US" dirty="0"/>
              <a:t>Switches scenes by swapping root children (world + UI)</a:t>
            </a:r>
          </a:p>
        </p:txBody>
      </p:sp>
    </p:spTree>
    <p:extLst>
      <p:ext uri="{BB962C8B-B14F-4D97-AF65-F5344CB8AC3E}">
        <p14:creationId xmlns:p14="http://schemas.microsoft.com/office/powerpoint/2010/main" val="2579618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FD586-1149-D7CF-9952-57D7B91FA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AA6D5-4D79-8593-33F9-9202B4CF0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GameScene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CCC39-F8ED-3731-9A36-0850856EE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Represents a single scene in the game</a:t>
            </a:r>
          </a:p>
          <a:p>
            <a:r>
              <a:rPr lang="en-US" dirty="0"/>
              <a:t>Implements Initiable, Updatable</a:t>
            </a:r>
          </a:p>
          <a:p>
            <a:r>
              <a:rPr lang="en-US" dirty="0"/>
              <a:t>Owns the game object list, the world canvas, and the FXML UI</a:t>
            </a:r>
          </a:p>
          <a:p>
            <a:r>
              <a:rPr lang="en-US" dirty="0"/>
              <a:t>Has separate layers for </a:t>
            </a:r>
            <a:r>
              <a:rPr lang="en-US" dirty="0" err="1"/>
              <a:t>GameObject</a:t>
            </a:r>
            <a:r>
              <a:rPr lang="en-US" dirty="0"/>
              <a:t> rendering, UI Rendering, </a:t>
            </a:r>
            <a:r>
              <a:rPr lang="en-US" dirty="0" err="1"/>
              <a:t>DevConsoleRendering</a:t>
            </a:r>
            <a:endParaRPr lang="en-US" dirty="0"/>
          </a:p>
          <a:p>
            <a:r>
              <a:rPr lang="en-US" dirty="0"/>
              <a:t>Abstracts input hooks from JavaFX into overridable methods.</a:t>
            </a:r>
          </a:p>
        </p:txBody>
      </p:sp>
    </p:spTree>
    <p:extLst>
      <p:ext uri="{BB962C8B-B14F-4D97-AF65-F5344CB8AC3E}">
        <p14:creationId xmlns:p14="http://schemas.microsoft.com/office/powerpoint/2010/main" val="4054686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19EB6-DF47-DB13-7674-81206D24F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1432E-9DEA-C1DC-82E7-4E0DD4A54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GameScene</a:t>
            </a:r>
            <a:r>
              <a:rPr lang="en-US" dirty="0"/>
              <a:t> (</a:t>
            </a:r>
            <a:r>
              <a:rPr lang="en-US" dirty="0" err="1"/>
              <a:t>LifeCycle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85051-E6AB-4FB9-6649-49D445FCD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Init</a:t>
            </a:r>
          </a:p>
          <a:p>
            <a:pPr lvl="1"/>
            <a:r>
              <a:rPr lang="en-US" dirty="0"/>
              <a:t>Loads Mandatory </a:t>
            </a:r>
            <a:r>
              <a:rPr lang="en-US" dirty="0" err="1"/>
              <a:t>layout.fxml</a:t>
            </a:r>
            <a:r>
              <a:rPr lang="en-US" dirty="0"/>
              <a:t> from </a:t>
            </a:r>
            <a:r>
              <a:rPr lang="en-US" dirty="0" err="1"/>
              <a:t>edu</a:t>
            </a:r>
            <a:r>
              <a:rPr lang="en-US" dirty="0"/>
              <a:t>/</a:t>
            </a:r>
            <a:r>
              <a:rPr lang="en-US" dirty="0" err="1"/>
              <a:t>nust</a:t>
            </a:r>
            <a:r>
              <a:rPr lang="en-US" dirty="0"/>
              <a:t>/game/scenes/[CLASS_NAME]/</a:t>
            </a:r>
            <a:r>
              <a:rPr lang="en-US" dirty="0" err="1"/>
              <a:t>layout.fxml</a:t>
            </a:r>
            <a:endParaRPr lang="en-US" dirty="0"/>
          </a:p>
          <a:p>
            <a:pPr lvl="1"/>
            <a:r>
              <a:rPr lang="en-US" dirty="0"/>
              <a:t>Loads Optional </a:t>
            </a:r>
            <a:r>
              <a:rPr lang="en-US" dirty="0" err="1"/>
              <a:t>style.ss</a:t>
            </a:r>
            <a:r>
              <a:rPr lang="en-US" dirty="0"/>
              <a:t> from </a:t>
            </a:r>
            <a:r>
              <a:rPr lang="en-US" dirty="0" err="1"/>
              <a:t>edu</a:t>
            </a:r>
            <a:r>
              <a:rPr lang="en-US" dirty="0"/>
              <a:t>/</a:t>
            </a:r>
            <a:r>
              <a:rPr lang="en-US" dirty="0" err="1"/>
              <a:t>nust</a:t>
            </a:r>
            <a:r>
              <a:rPr lang="en-US" dirty="0"/>
              <a:t>/game/scenes/[CLASS_NAME]/</a:t>
            </a:r>
            <a:r>
              <a:rPr lang="en-US" dirty="0" err="1"/>
              <a:t>style.css</a:t>
            </a:r>
            <a:endParaRPr lang="en-US" dirty="0"/>
          </a:p>
          <a:p>
            <a:pPr lvl="1"/>
            <a:r>
              <a:rPr lang="en-US" dirty="0"/>
              <a:t>Initialize </a:t>
            </a:r>
            <a:r>
              <a:rPr lang="en-US" dirty="0" err="1"/>
              <a:t>GameCamera</a:t>
            </a:r>
            <a:endParaRPr lang="en-US" dirty="0"/>
          </a:p>
          <a:p>
            <a:pPr lvl="1"/>
            <a:r>
              <a:rPr lang="en-US" dirty="0" err="1"/>
              <a:t>Initailize</a:t>
            </a:r>
            <a:r>
              <a:rPr lang="en-US" dirty="0"/>
              <a:t> DevConsole</a:t>
            </a:r>
          </a:p>
          <a:p>
            <a:pPr lvl="1"/>
            <a:r>
              <a:rPr lang="en-US" dirty="0"/>
              <a:t>Setup Input Handler</a:t>
            </a:r>
          </a:p>
          <a:p>
            <a:r>
              <a:rPr lang="en-US" dirty="0"/>
              <a:t>Game Loop (Received from </a:t>
            </a:r>
            <a:r>
              <a:rPr lang="en-US" dirty="0" err="1"/>
              <a:t>GameWorld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Update self</a:t>
            </a:r>
          </a:p>
          <a:p>
            <a:pPr lvl="1"/>
            <a:r>
              <a:rPr lang="en-US" dirty="0"/>
              <a:t>Update </a:t>
            </a:r>
            <a:r>
              <a:rPr lang="en-US" dirty="0" err="1"/>
              <a:t>GameObjects</a:t>
            </a:r>
            <a:endParaRPr lang="en-US" dirty="0"/>
          </a:p>
          <a:p>
            <a:pPr lvl="1"/>
            <a:r>
              <a:rPr lang="en-US" dirty="0" err="1"/>
              <a:t>LateUpdate</a:t>
            </a:r>
            <a:r>
              <a:rPr lang="en-US" dirty="0"/>
              <a:t> self</a:t>
            </a:r>
          </a:p>
          <a:p>
            <a:pPr lvl="1"/>
            <a:r>
              <a:rPr lang="en-US" dirty="0" err="1"/>
              <a:t>LateUpdate</a:t>
            </a:r>
            <a:r>
              <a:rPr lang="en-US" dirty="0"/>
              <a:t> </a:t>
            </a:r>
            <a:r>
              <a:rPr lang="en-US" dirty="0" err="1"/>
              <a:t>GameObjects</a:t>
            </a:r>
            <a:endParaRPr lang="en-US" dirty="0"/>
          </a:p>
          <a:p>
            <a:pPr lvl="1"/>
            <a:r>
              <a:rPr lang="en-US" dirty="0"/>
              <a:t>Update Camera</a:t>
            </a:r>
          </a:p>
          <a:p>
            <a:pPr lvl="1"/>
            <a:r>
              <a:rPr lang="en-US" dirty="0"/>
              <a:t>Remove queued </a:t>
            </a:r>
            <a:r>
              <a:rPr lang="en-US" dirty="0" err="1"/>
              <a:t>GameObjects</a:t>
            </a:r>
            <a:endParaRPr lang="en-US" dirty="0"/>
          </a:p>
          <a:p>
            <a:pPr lvl="1"/>
            <a:r>
              <a:rPr lang="en-US" dirty="0"/>
              <a:t>Render Objects In View</a:t>
            </a:r>
          </a:p>
          <a:p>
            <a:pPr lvl="1"/>
            <a:r>
              <a:rPr lang="en-US" dirty="0"/>
              <a:t>Render Debug Shapes</a:t>
            </a:r>
          </a:p>
        </p:txBody>
      </p:sp>
    </p:spTree>
    <p:extLst>
      <p:ext uri="{BB962C8B-B14F-4D97-AF65-F5344CB8AC3E}">
        <p14:creationId xmlns:p14="http://schemas.microsoft.com/office/powerpoint/2010/main" val="3772444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63DB6-796D-F2DD-AD85-F44843E89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GameScene</a:t>
            </a:r>
            <a:r>
              <a:rPr lang="en-US" dirty="0"/>
              <a:t> (</a:t>
            </a:r>
            <a:r>
              <a:rPr lang="en-US" dirty="0" err="1"/>
              <a:t>LifeCycle</a:t>
            </a:r>
            <a:r>
              <a:rPr lang="en-US" dirty="0"/>
              <a:t>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764A65D-5AB8-A9D3-2E49-90FB452E62F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14884060"/>
              </p:ext>
            </p:extLst>
          </p:nvPr>
        </p:nvGraphicFramePr>
        <p:xfrm>
          <a:off x="581193" y="2228003"/>
          <a:ext cx="5422390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68E0E01-FBF9-D973-F05F-19926D747F9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97617626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563006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9551A-ECF0-A41B-4201-1341F8DB5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97D0-691E-67E7-9B1F-DDE8F8329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GameScene</a:t>
            </a:r>
            <a:r>
              <a:rPr lang="en-US" dirty="0"/>
              <a:t> (</a:t>
            </a:r>
            <a:r>
              <a:rPr lang="en-US" dirty="0" err="1"/>
              <a:t>GameCamera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18E75-028D-9751-E1E7-68A73B41A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change camera zoom</a:t>
            </a:r>
          </a:p>
          <a:p>
            <a:r>
              <a:rPr lang="en-US" dirty="0"/>
              <a:t>Can follow a given position</a:t>
            </a:r>
          </a:p>
          <a:p>
            <a:r>
              <a:rPr lang="en-US" dirty="0"/>
              <a:t>For Movement the Canvas is moved, thus all </a:t>
            </a:r>
            <a:r>
              <a:rPr lang="en-US" dirty="0" err="1"/>
              <a:t>GameObjects</a:t>
            </a:r>
            <a:r>
              <a:rPr lang="en-US" dirty="0"/>
              <a:t> moves when camera is moved</a:t>
            </a:r>
          </a:p>
          <a:p>
            <a:r>
              <a:rPr lang="en-US" dirty="0"/>
              <a:t>Can Shake</a:t>
            </a:r>
          </a:p>
          <a:p>
            <a:pPr lvl="1"/>
            <a:r>
              <a:rPr lang="en-US" dirty="0"/>
              <a:t>Depends upon given intensity</a:t>
            </a:r>
          </a:p>
          <a:p>
            <a:pPr lvl="1"/>
            <a:r>
              <a:rPr lang="en-US" dirty="0"/>
              <a:t>Consecutive calls increase shake intensity</a:t>
            </a:r>
          </a:p>
          <a:p>
            <a:pPr lvl="1"/>
            <a:r>
              <a:rPr lang="en-US" dirty="0"/>
              <a:t>Working</a:t>
            </a:r>
          </a:p>
          <a:p>
            <a:pPr lvl="2"/>
            <a:r>
              <a:rPr lang="en-US" dirty="0"/>
              <a:t>Stores 2 positions (actual position and render position)</a:t>
            </a:r>
          </a:p>
        </p:txBody>
      </p:sp>
    </p:spTree>
    <p:extLst>
      <p:ext uri="{BB962C8B-B14F-4D97-AF65-F5344CB8AC3E}">
        <p14:creationId xmlns:p14="http://schemas.microsoft.com/office/powerpoint/2010/main" val="2342128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A2798-44FC-7E19-6261-F129DECB6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E4D8F-0DDC-540B-122C-077495F47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GameScene</a:t>
            </a:r>
            <a:r>
              <a:rPr lang="en-US" dirty="0"/>
              <a:t> (Render Order And Culling)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8432E-4B6D-7C7A-23E2-47C0718E8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Objects are sorted by </a:t>
            </a:r>
            <a:r>
              <a:rPr lang="en-US" dirty="0" err="1"/>
              <a:t>renderLayer</a:t>
            </a:r>
            <a:r>
              <a:rPr lang="en-US" dirty="0"/>
              <a:t> and culled by camera bounds.</a:t>
            </a:r>
          </a:p>
          <a:p>
            <a:r>
              <a:rPr lang="en-US" dirty="0"/>
              <a:t>Object bounds are provided by renderer components using </a:t>
            </a:r>
            <a:r>
              <a:rPr lang="en-US" dirty="0" err="1"/>
              <a:t>WorldBoundsProvider</a:t>
            </a:r>
            <a:r>
              <a:rPr lang="en-US" dirty="0"/>
              <a:t> interface</a:t>
            </a:r>
          </a:p>
          <a:p>
            <a:r>
              <a:rPr lang="en-US" dirty="0" err="1"/>
              <a:t>renderLayer</a:t>
            </a:r>
            <a:r>
              <a:rPr lang="en-US" dirty="0"/>
              <a:t> by default is 0, if two objects has same </a:t>
            </a:r>
            <a:r>
              <a:rPr lang="en-US" dirty="0" err="1"/>
              <a:t>renderLayer</a:t>
            </a:r>
            <a:r>
              <a:rPr lang="en-US" dirty="0"/>
              <a:t>, then the one added last takes precedence for rendering</a:t>
            </a:r>
          </a:p>
        </p:txBody>
      </p:sp>
    </p:spTree>
    <p:extLst>
      <p:ext uri="{BB962C8B-B14F-4D97-AF65-F5344CB8AC3E}">
        <p14:creationId xmlns:p14="http://schemas.microsoft.com/office/powerpoint/2010/main" val="1820884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6731C-2DA8-D19D-3F95-6084F65A9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EAB70-F7A0-2038-4D55-5C531CA6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GameScene</a:t>
            </a:r>
            <a:r>
              <a:rPr lang="en-US" dirty="0"/>
              <a:t> (Debug Rendering)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288A8-3C70-678D-72F7-C794467DF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Grid, mouse location, and timed/frame debug shapes can be rendered on the world canvas on top of all </a:t>
            </a:r>
            <a:r>
              <a:rPr lang="en-US" dirty="0" err="1"/>
              <a:t>gameobjects</a:t>
            </a:r>
            <a:r>
              <a:rPr lang="en-US" dirty="0"/>
              <a:t>.</a:t>
            </a:r>
          </a:p>
          <a:p>
            <a:r>
              <a:rPr lang="en-US" dirty="0"/>
              <a:t>Grid renders a grid, was used in blank scenes when scene background hadn’t created</a:t>
            </a:r>
          </a:p>
          <a:p>
            <a:r>
              <a:rPr lang="en-US" dirty="0"/>
              <a:t>Mouse Location shows a red crosshair at the mouse, highlighting the world coordinates of that point</a:t>
            </a:r>
          </a:p>
          <a:p>
            <a:r>
              <a:rPr lang="en-US" dirty="0"/>
              <a:t>Timed shapes stored in a set and cleared after the given TimeSpan</a:t>
            </a:r>
          </a:p>
          <a:p>
            <a:r>
              <a:rPr lang="en-US" dirty="0"/>
              <a:t>Frame-only shapes cleared each frame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025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F1133-933F-9BEC-187F-1CA83FF83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F29BA-4C31-E947-1DF9-F1295AFF4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GameObject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8AA5A-59A2-20A9-828F-4342A89A6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Represents any and all objects in the game</a:t>
            </a:r>
          </a:p>
          <a:p>
            <a:r>
              <a:rPr lang="en-US" dirty="0"/>
              <a:t>Implements Initiable, Updatable and </a:t>
            </a:r>
            <a:r>
              <a:rPr lang="en-US" dirty="0" err="1"/>
              <a:t>Renderable</a:t>
            </a:r>
            <a:endParaRPr lang="en-US" dirty="0"/>
          </a:p>
          <a:p>
            <a:r>
              <a:rPr lang="en-US" dirty="0"/>
              <a:t>Can be added or removed at runtime</a:t>
            </a:r>
          </a:p>
          <a:p>
            <a:r>
              <a:rPr lang="en-US" dirty="0"/>
              <a:t>Composes of Components with their own lifecycle</a:t>
            </a:r>
          </a:p>
          <a:p>
            <a:r>
              <a:rPr lang="en-US" dirty="0"/>
              <a:t>Can have multiple Tags</a:t>
            </a:r>
          </a:p>
          <a:p>
            <a:pPr lvl="1"/>
            <a:r>
              <a:rPr lang="en-US" dirty="0"/>
              <a:t>A Tag is simply a class extending the Tag class, the class itself is used as a tag rather than a string</a:t>
            </a:r>
          </a:p>
        </p:txBody>
      </p:sp>
    </p:spTree>
    <p:extLst>
      <p:ext uri="{BB962C8B-B14F-4D97-AF65-F5344CB8AC3E}">
        <p14:creationId xmlns:p14="http://schemas.microsoft.com/office/powerpoint/2010/main" val="3800731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24B28-F16B-D185-DDCC-0548A6183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E9ED0-AEFF-4060-85F5-764B4176F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C3C6A-3AE4-AE74-43FF-FAAD13786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Represents behavior of a </a:t>
            </a:r>
            <a:r>
              <a:rPr lang="en-US" dirty="0" err="1"/>
              <a:t>GameObject</a:t>
            </a:r>
            <a:endParaRPr lang="en-US" dirty="0"/>
          </a:p>
          <a:p>
            <a:r>
              <a:rPr lang="en-US" dirty="0"/>
              <a:t>Implements Initiable, Updatable and </a:t>
            </a:r>
            <a:r>
              <a:rPr lang="en-US" dirty="0" err="1"/>
              <a:t>Renderable</a:t>
            </a:r>
            <a:endParaRPr lang="en-US" dirty="0"/>
          </a:p>
          <a:p>
            <a:r>
              <a:rPr lang="en-US" dirty="0"/>
              <a:t>Can be added or removed at runtime</a:t>
            </a:r>
          </a:p>
          <a:p>
            <a:r>
              <a:rPr lang="en-US" dirty="0"/>
              <a:t>Can be added to multiple different </a:t>
            </a:r>
            <a:r>
              <a:rPr lang="en-US" dirty="0" err="1"/>
              <a:t>GameObjects</a:t>
            </a:r>
            <a:r>
              <a:rPr lang="en-US" dirty="0"/>
              <a:t>, but only one instance can exist on a </a:t>
            </a:r>
            <a:r>
              <a:rPr lang="en-US" dirty="0" err="1"/>
              <a:t>GameObject</a:t>
            </a:r>
            <a:r>
              <a:rPr lang="en-US" dirty="0"/>
              <a:t> at a given time</a:t>
            </a:r>
          </a:p>
        </p:txBody>
      </p:sp>
    </p:spTree>
    <p:extLst>
      <p:ext uri="{BB962C8B-B14F-4D97-AF65-F5344CB8AC3E}">
        <p14:creationId xmlns:p14="http://schemas.microsoft.com/office/powerpoint/2010/main" val="4118102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6AB79-6A0D-8F06-3DE4-1136141E6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BDDBE-D544-B57A-78F3-BA44ECE40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(Transform - Pre Existing)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435BA-FC1D-D781-D352-4ADF93088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Guaranteed to be present on any </a:t>
            </a:r>
            <a:r>
              <a:rPr lang="en-US" dirty="0" err="1"/>
              <a:t>GameObject</a:t>
            </a:r>
            <a:endParaRPr lang="en-US" dirty="0"/>
          </a:p>
          <a:p>
            <a:r>
              <a:rPr lang="en-US" dirty="0"/>
              <a:t>Used to represent position, rotation and anchor of this object</a:t>
            </a:r>
          </a:p>
          <a:p>
            <a:r>
              <a:rPr lang="en-US" dirty="0"/>
              <a:t>Anchor can be set using a Vector2D, predefined helpers for setting anchor to center, top left, bottom, center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60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51A6A-1DBD-79AD-C4B4-8DFFC037A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F918A-E707-4F0A-EF77-CCBB59C1A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(Transform - Pre Existing)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F5FAB-7B68-C7A1-91CA-93DD66B66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Guaranteed to be present on any </a:t>
            </a:r>
            <a:r>
              <a:rPr lang="en-US" dirty="0" err="1"/>
              <a:t>GameObject</a:t>
            </a:r>
            <a:endParaRPr lang="en-US" dirty="0"/>
          </a:p>
          <a:p>
            <a:r>
              <a:rPr lang="en-US" dirty="0"/>
              <a:t>Used to represent position, rotation and anchor of this object</a:t>
            </a:r>
          </a:p>
          <a:p>
            <a:r>
              <a:rPr lang="en-US" dirty="0"/>
              <a:t>Anchor can be set using a Vector2D, predefined helpers for setting anchor to center, top left, bottom, center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991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3A2F6-F0C8-B648-F3ED-96C8E3716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68E50-4507-38FE-8539-27B3B4F47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(</a:t>
            </a:r>
            <a:r>
              <a:rPr lang="en-US" dirty="0" err="1"/>
              <a:t>BoxRenderer</a:t>
            </a:r>
            <a:r>
              <a:rPr lang="en-US" dirty="0"/>
              <a:t> - Pre Existing)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8E579-FC33-A057-40E7-87427CF1B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Renders a Box with the given size</a:t>
            </a:r>
          </a:p>
          <a:p>
            <a:r>
              <a:rPr lang="en-US" dirty="0"/>
              <a:t>Position is fetched from Transform component of attached </a:t>
            </a:r>
            <a:r>
              <a:rPr lang="en-US" dirty="0" err="1"/>
              <a:t>GameObject</a:t>
            </a:r>
            <a:endParaRPr lang="en-US" dirty="0"/>
          </a:p>
          <a:p>
            <a:r>
              <a:rPr lang="en-US" dirty="0"/>
              <a:t>Can be rotated as well</a:t>
            </a:r>
          </a:p>
          <a:p>
            <a:r>
              <a:rPr lang="en-US" dirty="0"/>
              <a:t>Is affected by anchor positioning</a:t>
            </a:r>
          </a:p>
          <a:p>
            <a:r>
              <a:rPr lang="en-US" dirty="0"/>
              <a:t>Can be filled, stroked</a:t>
            </a:r>
          </a:p>
          <a:p>
            <a:r>
              <a:rPr lang="en-US" dirty="0"/>
              <a:t>Corner radius can be applied</a:t>
            </a:r>
          </a:p>
          <a:p>
            <a:r>
              <a:rPr lang="en-US" dirty="0"/>
              <a:t>Properties can be changed at runtime</a:t>
            </a:r>
          </a:p>
        </p:txBody>
      </p:sp>
    </p:spTree>
    <p:extLst>
      <p:ext uri="{BB962C8B-B14F-4D97-AF65-F5344CB8AC3E}">
        <p14:creationId xmlns:p14="http://schemas.microsoft.com/office/powerpoint/2010/main" val="145913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A3998-E83C-007F-BB7B-C55E5B2AA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889B5-7D53-8F39-963E-81753841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Component (</a:t>
            </a:r>
            <a:r>
              <a:rPr lang="en-US" dirty="0" err="1"/>
              <a:t>CircleRenderer</a:t>
            </a:r>
            <a:r>
              <a:rPr lang="en-US" dirty="0"/>
              <a:t> - Pre Existing)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AB219-35E2-3FE3-2BE5-BF5B9DDAA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Renders a circle with the given radius</a:t>
            </a:r>
          </a:p>
          <a:p>
            <a:r>
              <a:rPr lang="en-US" dirty="0"/>
              <a:t>Position is fetched from Transform component of attached </a:t>
            </a:r>
            <a:r>
              <a:rPr lang="en-US" dirty="0" err="1"/>
              <a:t>GameObject</a:t>
            </a:r>
            <a:endParaRPr lang="en-US" dirty="0"/>
          </a:p>
          <a:p>
            <a:r>
              <a:rPr lang="en-US" dirty="0"/>
              <a:t>Is affected by anchor positioning</a:t>
            </a:r>
          </a:p>
          <a:p>
            <a:r>
              <a:rPr lang="en-US" dirty="0"/>
              <a:t>Can be filled, stroked</a:t>
            </a:r>
          </a:p>
          <a:p>
            <a:r>
              <a:rPr lang="en-US" dirty="0"/>
              <a:t>Properties can be changed at runtime</a:t>
            </a:r>
          </a:p>
        </p:txBody>
      </p:sp>
    </p:spTree>
    <p:extLst>
      <p:ext uri="{BB962C8B-B14F-4D97-AF65-F5344CB8AC3E}">
        <p14:creationId xmlns:p14="http://schemas.microsoft.com/office/powerpoint/2010/main" val="6245504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52662-F8C5-D130-5E45-C53A44649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D6070-CF8F-FB31-9772-26A28C0B8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Component (</a:t>
            </a:r>
            <a:r>
              <a:rPr lang="en-US" dirty="0" err="1"/>
              <a:t>SpriteRenderer</a:t>
            </a:r>
            <a:r>
              <a:rPr lang="en-US" dirty="0"/>
              <a:t> - Pre Existing)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52E33-7F01-5AAE-FCC5-9E53C0134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Draws a sprite or sprite sheet with the given frame counts</a:t>
            </a:r>
          </a:p>
          <a:p>
            <a:r>
              <a:rPr lang="en-US" dirty="0"/>
              <a:t>Position is fetched from Transform component of attached </a:t>
            </a:r>
            <a:r>
              <a:rPr lang="en-US" dirty="0" err="1"/>
              <a:t>GameObject</a:t>
            </a:r>
            <a:endParaRPr lang="en-US" dirty="0"/>
          </a:p>
          <a:p>
            <a:r>
              <a:rPr lang="en-US" dirty="0"/>
              <a:t>Can be rotated and affected by anchor positioning</a:t>
            </a:r>
          </a:p>
          <a:p>
            <a:r>
              <a:rPr lang="en-US" dirty="0"/>
              <a:t>Supports tint and opacity</a:t>
            </a:r>
          </a:p>
          <a:p>
            <a:r>
              <a:rPr lang="en-US" dirty="0"/>
              <a:t>Supports Animation by setting animation time, after the given time the frame is automatically changed</a:t>
            </a:r>
          </a:p>
          <a:p>
            <a:r>
              <a:rPr lang="en-US" dirty="0"/>
              <a:t>Can be flipped</a:t>
            </a:r>
          </a:p>
          <a:p>
            <a:r>
              <a:rPr lang="en-US" dirty="0"/>
              <a:t>Properties can be changed at runtime</a:t>
            </a:r>
          </a:p>
        </p:txBody>
      </p:sp>
    </p:spTree>
    <p:extLst>
      <p:ext uri="{BB962C8B-B14F-4D97-AF65-F5344CB8AC3E}">
        <p14:creationId xmlns:p14="http://schemas.microsoft.com/office/powerpoint/2010/main" val="2725137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5E64A-B458-DB69-9B3E-1C7BECC6B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F51EC-87CD-BF6F-6F75-4135F4610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Rendering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B9FE5-2A28-54E3-7AA5-C060CF103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Handled by </a:t>
            </a:r>
            <a:r>
              <a:rPr lang="en-US" dirty="0" err="1"/>
              <a:t>GameScene</a:t>
            </a:r>
            <a:endParaRPr lang="en-US" dirty="0"/>
          </a:p>
          <a:p>
            <a:r>
              <a:rPr lang="en-US" dirty="0" err="1"/>
              <a:t>worldLayer</a:t>
            </a:r>
            <a:r>
              <a:rPr lang="en-US" dirty="0"/>
              <a:t> is a Canvas</a:t>
            </a:r>
          </a:p>
          <a:p>
            <a:pPr lvl="1"/>
            <a:r>
              <a:rPr lang="en-US" dirty="0"/>
              <a:t>Renders </a:t>
            </a:r>
            <a:r>
              <a:rPr lang="en-US" dirty="0" err="1"/>
              <a:t>GameObjects</a:t>
            </a:r>
            <a:endParaRPr lang="en-US" dirty="0"/>
          </a:p>
          <a:p>
            <a:r>
              <a:rPr lang="en-US" dirty="0" err="1"/>
              <a:t>uiLayer</a:t>
            </a:r>
            <a:r>
              <a:rPr lang="en-US" dirty="0"/>
              <a:t> loaded from FXML and CSS</a:t>
            </a:r>
          </a:p>
          <a:p>
            <a:pPr lvl="1"/>
            <a:r>
              <a:rPr lang="en-US" dirty="0"/>
              <a:t>Renders JavaFX nodes</a:t>
            </a:r>
          </a:p>
          <a:p>
            <a:r>
              <a:rPr lang="en-US" dirty="0" err="1"/>
              <a:t>consoleLayer</a:t>
            </a:r>
            <a:r>
              <a:rPr lang="en-US" dirty="0"/>
              <a:t> stacked on top</a:t>
            </a:r>
          </a:p>
          <a:p>
            <a:pPr lvl="1"/>
            <a:r>
              <a:rPr lang="en-US" dirty="0"/>
              <a:t>Renders DevConsole, above everything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5003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4F5AC-601D-7C4F-AF57-60C677D34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5C4C-8EB3-FF9A-AE91-3F78A90A0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581B5-3117-4474-3947-E6C3A4F62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Handled in </a:t>
            </a:r>
            <a:r>
              <a:rPr lang="en-US" dirty="0" err="1"/>
              <a:t>GameScene</a:t>
            </a:r>
            <a:r>
              <a:rPr lang="en-US" dirty="0"/>
              <a:t> by overriding methods given in </a:t>
            </a:r>
            <a:r>
              <a:rPr lang="en-US" dirty="0" err="1"/>
              <a:t>InputHandler</a:t>
            </a:r>
            <a:r>
              <a:rPr lang="en-US" dirty="0"/>
              <a:t> interface</a:t>
            </a:r>
          </a:p>
          <a:p>
            <a:r>
              <a:rPr lang="en-US" dirty="0"/>
              <a:t>Has the following events</a:t>
            </a:r>
          </a:p>
          <a:p>
            <a:pPr lvl="1"/>
            <a:r>
              <a:rPr lang="en-US" dirty="0" err="1"/>
              <a:t>onKeyPressed</a:t>
            </a:r>
            <a:endParaRPr lang="en-US" dirty="0"/>
          </a:p>
          <a:p>
            <a:pPr lvl="1"/>
            <a:r>
              <a:rPr lang="en-US" dirty="0" err="1"/>
              <a:t>onKeyReleased</a:t>
            </a:r>
            <a:endParaRPr lang="en-US" dirty="0"/>
          </a:p>
          <a:p>
            <a:pPr lvl="1"/>
            <a:r>
              <a:rPr lang="en-US" dirty="0" err="1"/>
              <a:t>onMousedPressed</a:t>
            </a:r>
            <a:endParaRPr lang="en-US" dirty="0"/>
          </a:p>
          <a:p>
            <a:pPr lvl="1"/>
            <a:r>
              <a:rPr lang="en-US" dirty="0" err="1"/>
              <a:t>onMouseReleased</a:t>
            </a:r>
            <a:endParaRPr lang="en-US" dirty="0"/>
          </a:p>
          <a:p>
            <a:pPr lvl="1"/>
            <a:r>
              <a:rPr lang="en-US" dirty="0" err="1"/>
              <a:t>onMouseMoved</a:t>
            </a:r>
            <a:endParaRPr lang="en-US" dirty="0"/>
          </a:p>
          <a:p>
            <a:pPr lvl="1"/>
            <a:r>
              <a:rPr lang="en-US" dirty="0" err="1"/>
              <a:t>onMouseDragged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556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12A13-1A3A-7804-CD48-E4CF279E7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8CD40-3F37-14AE-42B6-5E42DA37E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DevConsole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D7694-F64E-6455-64E3-1C44A65B2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be opened in any scene by pressing “Shift + `”, and exit by pressing “Esc”</a:t>
            </a:r>
          </a:p>
          <a:p>
            <a:r>
              <a:rPr lang="en-US" dirty="0"/>
              <a:t>Commands to modify game </a:t>
            </a:r>
            <a:r>
              <a:rPr lang="en-US" dirty="0" err="1"/>
              <a:t>behaviour</a:t>
            </a:r>
            <a:r>
              <a:rPr lang="en-US" dirty="0"/>
              <a:t> at runtime</a:t>
            </a:r>
          </a:p>
          <a:p>
            <a:r>
              <a:rPr lang="en-US" dirty="0"/>
              <a:t>Supports suggestions and history</a:t>
            </a:r>
          </a:p>
          <a:p>
            <a:r>
              <a:rPr lang="en-US" dirty="0"/>
              <a:t>Displays the following stats</a:t>
            </a:r>
          </a:p>
          <a:p>
            <a:pPr lvl="1"/>
            <a:r>
              <a:rPr lang="en-US" dirty="0"/>
              <a:t>Game FPS</a:t>
            </a:r>
          </a:p>
          <a:p>
            <a:pPr lvl="1"/>
            <a:r>
              <a:rPr lang="en-US" dirty="0"/>
              <a:t>Total Objects added</a:t>
            </a:r>
          </a:p>
          <a:p>
            <a:pPr lvl="1"/>
            <a:r>
              <a:rPr lang="en-US" dirty="0"/>
              <a:t>Objects being Rendered (objects not visible are culled)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2509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38FAE-2FB5-36C9-D971-04C732BA0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E85B9-ACEF-4E23-3858-8384E854E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DevConsole (Command)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6B523-65B6-3C53-8BEA-9B7E8C27D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Commands stored in a map with normalized names</a:t>
            </a:r>
          </a:p>
          <a:p>
            <a:r>
              <a:rPr lang="en-US" dirty="0"/>
              <a:t>Executors return strings shown in console output</a:t>
            </a:r>
          </a:p>
          <a:p>
            <a:r>
              <a:rPr lang="en-US" dirty="0"/>
              <a:t>Every </a:t>
            </a:r>
            <a:r>
              <a:rPr lang="en-US" dirty="0" err="1"/>
              <a:t>GameScene</a:t>
            </a:r>
            <a:r>
              <a:rPr lang="en-US" dirty="0"/>
              <a:t> can register commands that can be executed in that scene</a:t>
            </a:r>
          </a:p>
          <a:p>
            <a:r>
              <a:rPr lang="en-US" dirty="0"/>
              <a:t>Shows suggestion with command usage </a:t>
            </a:r>
            <a:r>
              <a:rPr lang="en-US" dirty="0" err="1"/>
              <a:t>realtime</a:t>
            </a:r>
            <a:r>
              <a:rPr lang="en-US" dirty="0"/>
              <a:t>, can press tab to autocomplete the command</a:t>
            </a:r>
          </a:p>
          <a:p>
            <a:r>
              <a:rPr lang="en-US" dirty="0"/>
              <a:t>Preserves History of Previously Executed Commands in this session</a:t>
            </a:r>
          </a:p>
          <a:p>
            <a:r>
              <a:rPr lang="en-US" dirty="0"/>
              <a:t>Show output of </a:t>
            </a:r>
            <a:r>
              <a:rPr lang="en-US" dirty="0" err="1"/>
              <a:t>previos</a:t>
            </a:r>
            <a:r>
              <a:rPr lang="en-US" dirty="0"/>
              <a:t> commands as well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8119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BFEBD-C124-EB81-98A5-C15A53560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F360F-D6BC-56C9-9A78-913C67BBE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DevConsole (Default Commands)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0F1B7-D22C-6FCA-0226-333DB378D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/help</a:t>
            </a:r>
          </a:p>
          <a:p>
            <a:pPr lvl="1"/>
            <a:r>
              <a:rPr lang="en-US" dirty="0"/>
              <a:t>Shows Registered Commands</a:t>
            </a:r>
          </a:p>
          <a:p>
            <a:r>
              <a:rPr lang="en-US" dirty="0"/>
              <a:t>/</a:t>
            </a:r>
            <a:r>
              <a:rPr lang="en-US" dirty="0" err="1"/>
              <a:t>debugGrid</a:t>
            </a:r>
            <a:r>
              <a:rPr lang="en-US" dirty="0"/>
              <a:t> [</a:t>
            </a:r>
            <a:r>
              <a:rPr lang="en-US" dirty="0" err="1"/>
              <a:t>true|false|number|empty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Toggle grid, with given size if number specified</a:t>
            </a:r>
          </a:p>
          <a:p>
            <a:r>
              <a:rPr lang="en-US" dirty="0"/>
              <a:t>/</a:t>
            </a:r>
            <a:r>
              <a:rPr lang="en-US" dirty="0" err="1"/>
              <a:t>debugMouseLocation</a:t>
            </a:r>
            <a:r>
              <a:rPr lang="en-US" dirty="0"/>
              <a:t> [</a:t>
            </a:r>
            <a:r>
              <a:rPr lang="en-US" dirty="0" err="1"/>
              <a:t>true|false|empty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Toggle world mouse crosshair + coordinates.</a:t>
            </a:r>
          </a:p>
          <a:p>
            <a:r>
              <a:rPr lang="en-US" dirty="0"/>
              <a:t>/</a:t>
            </a:r>
            <a:r>
              <a:rPr lang="en-US" dirty="0" err="1"/>
              <a:t>setCameraZoom</a:t>
            </a:r>
            <a:r>
              <a:rPr lang="en-US" dirty="0"/>
              <a:t> [number]</a:t>
            </a:r>
          </a:p>
          <a:p>
            <a:pPr lvl="1"/>
            <a:r>
              <a:rPr lang="en-US" dirty="0"/>
              <a:t>Set camera zoom</a:t>
            </a:r>
          </a:p>
          <a:p>
            <a:r>
              <a:rPr lang="en-US" dirty="0"/>
              <a:t>/</a:t>
            </a:r>
            <a:r>
              <a:rPr lang="en-US" dirty="0" err="1"/>
              <a:t>toggleUI</a:t>
            </a:r>
            <a:r>
              <a:rPr lang="en-US" dirty="0"/>
              <a:t> [</a:t>
            </a:r>
            <a:r>
              <a:rPr lang="en-US" dirty="0" err="1"/>
              <a:t>true|false|empty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Toggle FXML UI visibility (excluding dev console).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3502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0F0FD-D3A2-F44B-0981-FD60DACA1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13D97-45BB-FB6E-ECE9-B393CE759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Management (Resources)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CF0F5-3130-5603-2899-7FA158356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Path for </a:t>
            </a:r>
            <a:r>
              <a:rPr lang="en-US" dirty="0" err="1"/>
              <a:t>resouces</a:t>
            </a:r>
            <a:r>
              <a:rPr lang="en-US" dirty="0"/>
              <a:t> are resolved relative to /</a:t>
            </a:r>
            <a:r>
              <a:rPr lang="en-US" dirty="0" err="1"/>
              <a:t>edu</a:t>
            </a:r>
            <a:r>
              <a:rPr lang="en-US" dirty="0"/>
              <a:t>/</a:t>
            </a:r>
            <a:r>
              <a:rPr lang="en-US" dirty="0" err="1"/>
              <a:t>nust</a:t>
            </a:r>
            <a:r>
              <a:rPr lang="en-US" dirty="0"/>
              <a:t>/game/ in resources directory</a:t>
            </a:r>
          </a:p>
          <a:p>
            <a:r>
              <a:rPr lang="en-US" dirty="0"/>
              <a:t>resources directory is bundled with the executable by Java</a:t>
            </a:r>
          </a:p>
          <a:p>
            <a:r>
              <a:rPr lang="en-US" dirty="0"/>
              <a:t>Supports optional Resources and mandatory resources by </a:t>
            </a:r>
            <a:r>
              <a:rPr lang="en-US" dirty="0" err="1"/>
              <a:t>tryGetResource</a:t>
            </a:r>
            <a:r>
              <a:rPr lang="en-US" dirty="0"/>
              <a:t>(...) and </a:t>
            </a:r>
            <a:r>
              <a:rPr lang="en-US" dirty="0" err="1"/>
              <a:t>getResourceOrThrow</a:t>
            </a:r>
            <a:r>
              <a:rPr lang="en-US" dirty="0"/>
              <a:t>(...) respectively</a:t>
            </a:r>
          </a:p>
          <a:p>
            <a:r>
              <a:rPr lang="en-US" dirty="0"/>
              <a:t>Utility for loading a JavaFX Image from the given path, assumes loading image is mandatory</a:t>
            </a:r>
          </a:p>
          <a:p>
            <a:r>
              <a:rPr lang="en-US" dirty="0"/>
              <a:t>Used extensively to get every kind of resource including, text, image, or any other type</a:t>
            </a:r>
          </a:p>
        </p:txBody>
      </p:sp>
    </p:spTree>
    <p:extLst>
      <p:ext uri="{BB962C8B-B14F-4D97-AF65-F5344CB8AC3E}">
        <p14:creationId xmlns:p14="http://schemas.microsoft.com/office/powerpoint/2010/main" val="29718129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DF94B-C09F-A9DE-25EE-108C3E77F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90542-CEB1-A62E-C0EC-008CA8172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93F07-D363-D31A-0709-F17EC22F9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Primitive classes to represent positions, velocity, time, areas etc.</a:t>
            </a:r>
          </a:p>
          <a:p>
            <a:r>
              <a:rPr lang="en-US" dirty="0"/>
              <a:t>All of Below has methods for arithmetic operations and more</a:t>
            </a:r>
          </a:p>
          <a:p>
            <a:r>
              <a:rPr lang="en-US" dirty="0"/>
              <a:t>Contains</a:t>
            </a:r>
          </a:p>
          <a:p>
            <a:pPr lvl="1"/>
            <a:r>
              <a:rPr lang="en-US" dirty="0"/>
              <a:t>Vector2D</a:t>
            </a:r>
          </a:p>
          <a:p>
            <a:pPr lvl="2"/>
            <a:r>
              <a:rPr lang="en-US" dirty="0"/>
              <a:t>A container for 2 numbers</a:t>
            </a:r>
          </a:p>
          <a:p>
            <a:pPr lvl="2"/>
            <a:r>
              <a:rPr lang="en-US" dirty="0"/>
              <a:t>Used to represent positions, velocities etc.</a:t>
            </a:r>
          </a:p>
          <a:p>
            <a:pPr lvl="2"/>
            <a:r>
              <a:rPr lang="en-US" dirty="0"/>
              <a:t>D stands for double, represents the data type used for storing numbers</a:t>
            </a:r>
          </a:p>
          <a:p>
            <a:pPr lvl="1"/>
            <a:r>
              <a:rPr lang="en-US" dirty="0"/>
              <a:t>TimeSpan</a:t>
            </a:r>
          </a:p>
          <a:p>
            <a:pPr lvl="2"/>
            <a:r>
              <a:rPr lang="en-US" dirty="0"/>
              <a:t>Used to represent a said amount of time</a:t>
            </a:r>
          </a:p>
          <a:p>
            <a:pPr lvl="2"/>
            <a:r>
              <a:rPr lang="en-US" dirty="0"/>
              <a:t>Used instead of int, double etc. to remove confusion regarding unit of time</a:t>
            </a:r>
          </a:p>
          <a:p>
            <a:pPr lvl="2"/>
            <a:r>
              <a:rPr lang="en-US" dirty="0"/>
              <a:t>Constructor is privatized, instead factory methods are used that explicitly mention the unit, </a:t>
            </a:r>
            <a:r>
              <a:rPr lang="en-US" dirty="0" err="1"/>
              <a:t>e.g</a:t>
            </a:r>
            <a:r>
              <a:rPr lang="en-US" dirty="0"/>
              <a:t> TimeSpan.fromSeconds(10).</a:t>
            </a:r>
          </a:p>
          <a:p>
            <a:pPr lvl="2"/>
            <a:r>
              <a:rPr lang="en-US" dirty="0"/>
              <a:t>Getting the time value also require explicit unit e.g. </a:t>
            </a:r>
            <a:r>
              <a:rPr lang="en-US" dirty="0" err="1"/>
              <a:t>deltaTime.asMilliseconds</a:t>
            </a:r>
            <a:r>
              <a:rPr lang="en-US" dirty="0"/>
              <a:t>()</a:t>
            </a:r>
          </a:p>
          <a:p>
            <a:pPr lvl="2"/>
            <a:r>
              <a:rPr lang="en-US" dirty="0"/>
              <a:t>Has methods for interconversion between units ranging from nanosecond to day</a:t>
            </a:r>
          </a:p>
          <a:p>
            <a:pPr lvl="2"/>
            <a:r>
              <a:rPr lang="en-US" dirty="0"/>
              <a:t>Internally stores the time in the form of nanoseconds</a:t>
            </a:r>
          </a:p>
          <a:p>
            <a:pPr lvl="1"/>
            <a:r>
              <a:rPr lang="en-US" dirty="0"/>
              <a:t>Rectangle</a:t>
            </a:r>
          </a:p>
          <a:p>
            <a:pPr lvl="2"/>
            <a:r>
              <a:rPr lang="en-US" dirty="0"/>
              <a:t>Used to represent an area covered by a Rectangle</a:t>
            </a:r>
          </a:p>
          <a:p>
            <a:pPr lvl="2"/>
            <a:r>
              <a:rPr lang="en-US" dirty="0"/>
              <a:t>Is Axis Aligned, i.e. cannot be rotated</a:t>
            </a:r>
          </a:p>
          <a:p>
            <a:pPr lvl="2"/>
            <a:r>
              <a:rPr lang="en-US" dirty="0"/>
              <a:t>Can be shrunk and grown</a:t>
            </a:r>
          </a:p>
          <a:p>
            <a:pPr lvl="2"/>
            <a:r>
              <a:rPr lang="en-US" dirty="0"/>
              <a:t>Queries for intersection between rectangles, containing a given point etc.</a:t>
            </a:r>
          </a:p>
          <a:p>
            <a:pPr lvl="1"/>
            <a:r>
              <a:rPr lang="en-US" dirty="0"/>
              <a:t>Angle</a:t>
            </a:r>
          </a:p>
          <a:p>
            <a:pPr lvl="2"/>
            <a:r>
              <a:rPr lang="en-US" dirty="0"/>
              <a:t>Used to represent a certain angle</a:t>
            </a:r>
          </a:p>
          <a:p>
            <a:pPr lvl="2"/>
            <a:r>
              <a:rPr lang="en-US" dirty="0"/>
              <a:t>Constructor is privatized, instead factory methods are used that explicitly mention the unit, </a:t>
            </a:r>
            <a:r>
              <a:rPr lang="en-US" dirty="0" err="1"/>
              <a:t>e.g</a:t>
            </a:r>
            <a:r>
              <a:rPr lang="en-US" dirty="0"/>
              <a:t> </a:t>
            </a:r>
            <a:r>
              <a:rPr lang="en-US" dirty="0" err="1"/>
              <a:t>Angle.fromDegrees</a:t>
            </a:r>
            <a:r>
              <a:rPr lang="en-US" dirty="0"/>
              <a:t>(10).</a:t>
            </a:r>
          </a:p>
          <a:p>
            <a:pPr lvl="2"/>
            <a:r>
              <a:rPr lang="en-US" dirty="0"/>
              <a:t>Getting the time value also require explicit unit e.g. </a:t>
            </a:r>
            <a:r>
              <a:rPr lang="en-US" dirty="0" err="1"/>
              <a:t>rotation.getRadians</a:t>
            </a:r>
            <a:r>
              <a:rPr lang="en-US" dirty="0"/>
              <a:t>()</a:t>
            </a:r>
          </a:p>
          <a:p>
            <a:pPr lvl="2"/>
            <a:r>
              <a:rPr lang="en-US" dirty="0"/>
              <a:t>Has methods for interconversion between radians and degrees</a:t>
            </a:r>
          </a:p>
        </p:txBody>
      </p:sp>
    </p:spTree>
    <p:extLst>
      <p:ext uri="{BB962C8B-B14F-4D97-AF65-F5344CB8AC3E}">
        <p14:creationId xmlns:p14="http://schemas.microsoft.com/office/powerpoint/2010/main" val="31322050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5FEBF-DEE5-2B30-DF41-8DA52252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257A4-0DBA-DD84-6313-B7F1F54D5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GameLogger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A770A-947A-E70B-F108-846EC89C0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Wraps SLF4J Logger with custom color prefixes and formatting for each level</a:t>
            </a:r>
          </a:p>
          <a:p>
            <a:r>
              <a:rPr lang="en-US" dirty="0"/>
              <a:t>Writes each log to its own file in logs/</a:t>
            </a:r>
            <a:r>
              <a:rPr lang="en-US" dirty="0" err="1"/>
              <a:t>latest.log</a:t>
            </a:r>
            <a:r>
              <a:rPr lang="en-US" dirty="0"/>
              <a:t>, and archives the old logs based on timestamp logs/archived/</a:t>
            </a:r>
          </a:p>
          <a:p>
            <a:r>
              <a:rPr lang="en-US" dirty="0"/>
              <a:t>Logging disabled in packaged versions</a:t>
            </a:r>
          </a:p>
          <a:p>
            <a:r>
              <a:rPr lang="en-US" dirty="0"/>
              <a:t>Logs can be filtered by one global level</a:t>
            </a:r>
          </a:p>
          <a:p>
            <a:r>
              <a:rPr lang="en-US" dirty="0"/>
              <a:t>Level Types in order:</a:t>
            </a:r>
          </a:p>
          <a:p>
            <a:pPr lvl="1"/>
            <a:r>
              <a:rPr lang="en-US" dirty="0"/>
              <a:t>Trace</a:t>
            </a:r>
          </a:p>
          <a:p>
            <a:pPr lvl="2"/>
            <a:r>
              <a:rPr lang="en-US" dirty="0"/>
              <a:t>Intended to represent function calls to visually trace the program</a:t>
            </a:r>
          </a:p>
          <a:p>
            <a:pPr lvl="1"/>
            <a:r>
              <a:rPr lang="en-US" dirty="0"/>
              <a:t>Debug</a:t>
            </a:r>
          </a:p>
          <a:p>
            <a:pPr lvl="2"/>
            <a:r>
              <a:rPr lang="en-US" dirty="0"/>
              <a:t>Intended for debug only</a:t>
            </a:r>
          </a:p>
          <a:p>
            <a:pPr lvl="1"/>
            <a:r>
              <a:rPr lang="en-US" dirty="0"/>
              <a:t>Info</a:t>
            </a:r>
          </a:p>
          <a:p>
            <a:pPr lvl="2"/>
            <a:r>
              <a:rPr lang="en-US" dirty="0"/>
              <a:t>Default Log Type</a:t>
            </a:r>
          </a:p>
          <a:p>
            <a:pPr lvl="1"/>
            <a:r>
              <a:rPr lang="en-US" dirty="0"/>
              <a:t>Success</a:t>
            </a:r>
          </a:p>
          <a:p>
            <a:pPr lvl="2"/>
            <a:r>
              <a:rPr lang="en-US" dirty="0"/>
              <a:t>Intended to represent a successful operation</a:t>
            </a:r>
          </a:p>
          <a:p>
            <a:pPr lvl="1"/>
            <a:r>
              <a:rPr lang="en-US" dirty="0"/>
              <a:t>Warn</a:t>
            </a:r>
          </a:p>
          <a:p>
            <a:pPr lvl="2"/>
            <a:r>
              <a:rPr lang="en-US" dirty="0"/>
              <a:t>Intended for warnings, i.e. optional things not loaded</a:t>
            </a:r>
          </a:p>
          <a:p>
            <a:pPr lvl="1"/>
            <a:r>
              <a:rPr lang="en-US" dirty="0"/>
              <a:t>Error</a:t>
            </a:r>
          </a:p>
          <a:p>
            <a:pPr lvl="2"/>
            <a:r>
              <a:rPr lang="en-US" dirty="0"/>
              <a:t>Can throw or not based on user preference</a:t>
            </a:r>
          </a:p>
          <a:p>
            <a:pPr lvl="1"/>
            <a:r>
              <a:rPr lang="en-US" dirty="0" err="1"/>
              <a:t>LogProgress</a:t>
            </a:r>
            <a:endParaRPr lang="en-US" dirty="0"/>
          </a:p>
          <a:p>
            <a:pPr lvl="2"/>
            <a:r>
              <a:rPr lang="en-US" dirty="0"/>
              <a:t>Intended to represent a progress that can be started, reported on, and ended</a:t>
            </a:r>
          </a:p>
          <a:p>
            <a:pPr lvl="2"/>
            <a:r>
              <a:rPr lang="en-US" dirty="0"/>
              <a:t>Gives color to the prefix</a:t>
            </a:r>
          </a:p>
        </p:txBody>
      </p:sp>
    </p:spTree>
    <p:extLst>
      <p:ext uri="{BB962C8B-B14F-4D97-AF65-F5344CB8AC3E}">
        <p14:creationId xmlns:p14="http://schemas.microsoft.com/office/powerpoint/2010/main" val="23134764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75E46-1242-6022-C412-6143A6B44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295AD-78F4-9AAC-99F7-DB8AE0066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D8F2B-B245-E35A-84F0-461784A2F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AudioReference</a:t>
            </a:r>
            <a:r>
              <a:rPr lang="en-US" dirty="0"/>
              <a:t> stores the audio URL and common metadata</a:t>
            </a:r>
          </a:p>
          <a:p>
            <a:r>
              <a:rPr lang="en-US" dirty="0"/>
              <a:t> Created internally by </a:t>
            </a:r>
            <a:r>
              <a:rPr lang="en-US" dirty="0" err="1"/>
              <a:t>GameAudioManager</a:t>
            </a:r>
            <a:r>
              <a:rPr lang="en-US" dirty="0"/>
              <a:t> of </a:t>
            </a:r>
            <a:r>
              <a:rPr lang="en-US" dirty="0" err="1"/>
              <a:t>GameScene</a:t>
            </a:r>
            <a:endParaRPr lang="en-US" dirty="0"/>
          </a:p>
          <a:p>
            <a:r>
              <a:rPr lang="en-US" dirty="0"/>
              <a:t>Two Types</a:t>
            </a:r>
          </a:p>
          <a:p>
            <a:pPr lvl="1"/>
            <a:r>
              <a:rPr lang="en-US" dirty="0" err="1"/>
              <a:t>SoundEffectReference</a:t>
            </a:r>
            <a:endParaRPr lang="en-US" dirty="0"/>
          </a:p>
          <a:p>
            <a:pPr lvl="2"/>
            <a:r>
              <a:rPr lang="en-US" dirty="0"/>
              <a:t>Represents short bursts of sounds like bullet shots etc.</a:t>
            </a:r>
          </a:p>
          <a:p>
            <a:pPr lvl="2"/>
            <a:r>
              <a:rPr lang="en-US" dirty="0"/>
              <a:t>Cannot be paused or have granular control, but can have overlapping instances of same reference</a:t>
            </a:r>
          </a:p>
          <a:p>
            <a:pPr lvl="2"/>
            <a:r>
              <a:rPr lang="en-US" dirty="0"/>
              <a:t>Uses JavaFX Clip internally</a:t>
            </a:r>
          </a:p>
          <a:p>
            <a:pPr lvl="1"/>
            <a:r>
              <a:rPr lang="en-US" dirty="0" err="1"/>
              <a:t>MusicTrackReference</a:t>
            </a:r>
            <a:endParaRPr lang="en-US" dirty="0"/>
          </a:p>
          <a:p>
            <a:pPr lvl="2"/>
            <a:r>
              <a:rPr lang="en-US" dirty="0"/>
              <a:t>Represents long sounds, </a:t>
            </a:r>
            <a:r>
              <a:rPr lang="en-US" dirty="0" err="1"/>
              <a:t>musics</a:t>
            </a:r>
            <a:r>
              <a:rPr lang="en-US" dirty="0"/>
              <a:t> mainly</a:t>
            </a:r>
          </a:p>
          <a:p>
            <a:pPr lvl="2"/>
            <a:r>
              <a:rPr lang="en-US" dirty="0"/>
              <a:t>Can be paused and has granular control, but cannot have overlapping instances of same reference</a:t>
            </a:r>
          </a:p>
          <a:p>
            <a:pPr lvl="2"/>
            <a:r>
              <a:rPr lang="en-US" dirty="0"/>
              <a:t>Uses JavaFX </a:t>
            </a:r>
            <a:r>
              <a:rPr lang="en-US" dirty="0" err="1"/>
              <a:t>MediaPlayer</a:t>
            </a:r>
            <a:r>
              <a:rPr lang="en-US" dirty="0"/>
              <a:t> internally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5207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98F12-9472-FF8D-95E2-F9AEEF1DC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FC875-E883-9010-F1F8-D70918A9B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Management (</a:t>
            </a:r>
            <a:r>
              <a:rPr lang="en-US" dirty="0" err="1"/>
              <a:t>GameAudioManager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A982F-2DB7-ED48-06F3-6D0B68A59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Manages all in-game audio</a:t>
            </a:r>
          </a:p>
          <a:p>
            <a:r>
              <a:rPr lang="en-US" dirty="0"/>
              <a:t>Can load and unload an </a:t>
            </a:r>
            <a:r>
              <a:rPr lang="en-US" dirty="0" err="1"/>
              <a:t>AudioReference</a:t>
            </a:r>
            <a:endParaRPr lang="en-US" dirty="0"/>
          </a:p>
          <a:p>
            <a:r>
              <a:rPr lang="en-US" dirty="0"/>
              <a:t>Controls Global Volume for muting, same global volume for both Effects and Tracks</a:t>
            </a:r>
          </a:p>
          <a:p>
            <a:r>
              <a:rPr lang="en-US" dirty="0"/>
              <a:t>Linked to the </a:t>
            </a:r>
            <a:r>
              <a:rPr lang="en-US" dirty="0" err="1"/>
              <a:t>GameWorld</a:t>
            </a:r>
            <a:endParaRPr lang="en-US" dirty="0"/>
          </a:p>
          <a:p>
            <a:r>
              <a:rPr lang="en-US" dirty="0"/>
              <a:t>Loaded Effects are only unloaded when game exits</a:t>
            </a:r>
          </a:p>
          <a:p>
            <a:r>
              <a:rPr lang="en-US" dirty="0" err="1"/>
              <a:t>AudioReferences</a:t>
            </a:r>
            <a:r>
              <a:rPr lang="en-US" dirty="0"/>
              <a:t> persists when switching scenes</a:t>
            </a:r>
          </a:p>
          <a:p>
            <a:r>
              <a:rPr lang="en-US" dirty="0"/>
              <a:t>All loaded references are cached by full relative path; loading the same asset twice returns the existing reference</a:t>
            </a:r>
          </a:p>
          <a:p>
            <a:r>
              <a:rPr lang="en-US" dirty="0"/>
              <a:t>All paths are resolved relative to </a:t>
            </a:r>
            <a:r>
              <a:rPr lang="en-US" dirty="0" err="1"/>
              <a:t>edu</a:t>
            </a:r>
            <a:r>
              <a:rPr lang="en-US" dirty="0"/>
              <a:t>/</a:t>
            </a:r>
            <a:r>
              <a:rPr lang="en-US" dirty="0" err="1"/>
              <a:t>nust</a:t>
            </a:r>
            <a:r>
              <a:rPr lang="en-US" dirty="0"/>
              <a:t>/game/assets/audio/</a:t>
            </a:r>
          </a:p>
        </p:txBody>
      </p:sp>
    </p:spTree>
    <p:extLst>
      <p:ext uri="{BB962C8B-B14F-4D97-AF65-F5344CB8AC3E}">
        <p14:creationId xmlns:p14="http://schemas.microsoft.com/office/powerpoint/2010/main" val="16282005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FA9EF-9A23-AA1C-6AAC-5B2A4BA08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A8E67-2772-C1C5-FCAE-525A89F575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Game Mechanics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222E3-CA1C-D3EF-A032-FDA23BC027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Deep Dive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065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92D5D-1406-B1FD-C811-457420092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36FC-78C3-F876-F729-79D6E43E2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Asset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6998B-4BED-5D74-0F50-5BD8DD46D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Singleton that loads assets once and reuses them</a:t>
            </a:r>
          </a:p>
          <a:p>
            <a:r>
              <a:rPr lang="en-US" dirty="0"/>
              <a:t>Uses an </a:t>
            </a:r>
            <a:r>
              <a:rPr lang="en-US" dirty="0" err="1"/>
              <a:t>enum</a:t>
            </a:r>
            <a:r>
              <a:rPr lang="en-US" dirty="0"/>
              <a:t> interface for Asset Type</a:t>
            </a:r>
          </a:p>
          <a:p>
            <a:r>
              <a:rPr lang="en-US" dirty="0"/>
              <a:t>Has a cache of loaded images</a:t>
            </a:r>
          </a:p>
          <a:p>
            <a:r>
              <a:rPr lang="en-US" dirty="0"/>
              <a:t>Used to loads images for character, enemy and boss etc.</a:t>
            </a:r>
          </a:p>
        </p:txBody>
      </p:sp>
    </p:spTree>
    <p:extLst>
      <p:ext uri="{BB962C8B-B14F-4D97-AF65-F5344CB8AC3E}">
        <p14:creationId xmlns:p14="http://schemas.microsoft.com/office/powerpoint/2010/main" val="9870384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81D3E-7753-7446-669D-2137B961D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F118-7D28-AFC5-552A-5EB97FB28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00E06-6852-391A-CA8F-C011DA15D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7194215" cy="3678303"/>
          </a:xfrm>
        </p:spPr>
        <p:txBody>
          <a:bodyPr>
            <a:normAutofit/>
          </a:bodyPr>
          <a:lstStyle/>
          <a:p>
            <a:r>
              <a:rPr lang="en-US" dirty="0"/>
              <a:t>Collects Damageable, Damaging, and Concrete objects and resolves collisions</a:t>
            </a:r>
          </a:p>
          <a:p>
            <a:r>
              <a:rPr lang="en-US" dirty="0"/>
              <a:t>Two types of Collision</a:t>
            </a:r>
          </a:p>
          <a:p>
            <a:pPr lvl="1"/>
            <a:r>
              <a:rPr lang="en-US" dirty="0"/>
              <a:t>Concrete (Concrete Objects &amp; Concrete Objects)</a:t>
            </a:r>
          </a:p>
          <a:p>
            <a:pPr lvl="1"/>
            <a:r>
              <a:rPr lang="en-US" dirty="0"/>
              <a:t>Damaging (Damaging Objects &amp; Damageable Objects)</a:t>
            </a:r>
          </a:p>
          <a:p>
            <a:r>
              <a:rPr lang="en-US" dirty="0"/>
              <a:t>Notifies the objects that the collision has occurred with reference to other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375313-6E89-0791-4ECC-F573E3B8F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5407" y="2180496"/>
            <a:ext cx="3835400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1012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D332B-B5AB-413E-DBC7-9E592F95B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33AA5-F3C3-8774-72F3-CEA1E1E64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Manager (Interactions)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28D47-CE04-0316-1223-D59F30CE8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Stops bullets (Bullets collision with walls), Player movement restrictions (Concrete &amp; Concrete)</a:t>
            </a:r>
          </a:p>
          <a:p>
            <a:r>
              <a:rPr lang="en-US" dirty="0"/>
              <a:t>When Bullet hits enemy, increase the follow radius of the enemy (Damaging &amp; Damageable)</a:t>
            </a:r>
          </a:p>
          <a:p>
            <a:r>
              <a:rPr lang="en-US" dirty="0"/>
              <a:t>Award kill score when an enemy dies</a:t>
            </a:r>
          </a:p>
          <a:p>
            <a:pPr lvl="1"/>
            <a:r>
              <a:rPr lang="en-US" dirty="0"/>
              <a:t>Separate for each enemy type</a:t>
            </a:r>
          </a:p>
        </p:txBody>
      </p:sp>
    </p:spTree>
    <p:extLst>
      <p:ext uri="{BB962C8B-B14F-4D97-AF65-F5344CB8AC3E}">
        <p14:creationId xmlns:p14="http://schemas.microsoft.com/office/powerpoint/2010/main" val="15057616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A7FB0-0261-3752-DEE2-10D32E1F5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35BEA-140A-E35B-9693-DD21AE5E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Collision Manager (Hitbox)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8EBC9-BD9C-FBEC-5EAF-B84CA16EA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243535" cy="3678303"/>
          </a:xfrm>
        </p:spPr>
        <p:txBody>
          <a:bodyPr>
            <a:normAutofit/>
          </a:bodyPr>
          <a:lstStyle/>
          <a:p>
            <a:r>
              <a:rPr lang="en-US" dirty="0"/>
              <a:t>Performs AABB collision checks</a:t>
            </a:r>
          </a:p>
          <a:p>
            <a:pPr lvl="1"/>
            <a:r>
              <a:rPr lang="en-US" dirty="0"/>
              <a:t>AABB:  Axis Aligned Bounding Box</a:t>
            </a:r>
          </a:p>
          <a:p>
            <a:r>
              <a:rPr lang="en-US" dirty="0"/>
              <a:t>Supports debug visualization</a:t>
            </a:r>
          </a:p>
          <a:p>
            <a:r>
              <a:rPr lang="en-US" dirty="0"/>
              <a:t>Method for collision with each sides of the AABB rectangle</a:t>
            </a:r>
          </a:p>
          <a:p>
            <a:r>
              <a:rPr lang="en-US" dirty="0"/>
              <a:t>Player Hitbox is a bit smaller</a:t>
            </a:r>
          </a:p>
          <a:p>
            <a:r>
              <a:rPr lang="en-US" dirty="0"/>
              <a:t>Bullet and Enemy Hitbox intentionally enlarged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599B-6819-2681-6338-D0CBEACA7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128464"/>
            <a:ext cx="5514807" cy="427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0197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C446B-8C93-505A-123D-5AF4F0F80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1D0A1-9BE3-B918-99CA-8DAA60D29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83403-84A3-4E90-C5D5-FCDAC6B14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Extends Character and Implements Damageable and Concrete</a:t>
            </a:r>
          </a:p>
          <a:p>
            <a:r>
              <a:rPr lang="en-US" dirty="0"/>
              <a:t>Movement speed: 50 units/sec</a:t>
            </a:r>
          </a:p>
          <a:p>
            <a:r>
              <a:rPr lang="en-US" dirty="0"/>
              <a:t>Takes input from WASD and Arrow keys</a:t>
            </a:r>
          </a:p>
          <a:p>
            <a:r>
              <a:rPr lang="en-US" dirty="0"/>
              <a:t>Injects a </a:t>
            </a:r>
            <a:r>
              <a:rPr lang="en-US" dirty="0" err="1"/>
              <a:t>walkabilityChecker</a:t>
            </a:r>
            <a:r>
              <a:rPr lang="en-US" dirty="0"/>
              <a:t> backed by the level's collision mask for movement validation</a:t>
            </a:r>
          </a:p>
          <a:p>
            <a:r>
              <a:rPr lang="en-US" dirty="0"/>
              <a:t>Camera follows the player's position every frame in </a:t>
            </a:r>
            <a:r>
              <a:rPr lang="en-US" dirty="0" err="1"/>
              <a:t>lateUpdate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2250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09322-E934-515D-9426-8406E7525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42237-612B-9E09-7B8D-E01AC47F5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Player (Animation)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A5638-F337-883D-E844-FC22E6C04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Sprite sheets</a:t>
            </a:r>
          </a:p>
          <a:p>
            <a:pPr lvl="1"/>
            <a:r>
              <a:rPr lang="en-US" dirty="0"/>
              <a:t>Idle</a:t>
            </a:r>
          </a:p>
          <a:p>
            <a:pPr lvl="1"/>
            <a:r>
              <a:rPr lang="en-US" dirty="0"/>
              <a:t>Run in 4 directions</a:t>
            </a:r>
          </a:p>
          <a:p>
            <a:r>
              <a:rPr lang="en-US" dirty="0"/>
              <a:t>Animated at 75ms per frame</a:t>
            </a:r>
          </a:p>
          <a:p>
            <a:r>
              <a:rPr lang="en-US" dirty="0"/>
              <a:t>Direction is determined from the movement delta each frame</a:t>
            </a:r>
          </a:p>
          <a:p>
            <a:r>
              <a:rPr lang="en-US" dirty="0"/>
              <a:t>Idle animation plays when no input is held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8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286D9-C2D4-2804-8E6D-C457F9194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520DD-D0A6-2067-7A44-EC91DFB70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Player (Health)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3B15E-50B0-D0DD-AFAD-028E0FCE8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Health is a separate class shared by both player and enemies</a:t>
            </a:r>
          </a:p>
          <a:p>
            <a:r>
              <a:rPr lang="en-US" dirty="0"/>
              <a:t>Tracks current and max health</a:t>
            </a:r>
          </a:p>
          <a:p>
            <a:r>
              <a:rPr lang="en-US" dirty="0"/>
              <a:t>Red tint is blended onto the sprite as HP drops</a:t>
            </a:r>
          </a:p>
          <a:p>
            <a:pPr lvl="1"/>
            <a:r>
              <a:rPr lang="en-US" dirty="0" err="1"/>
              <a:t>tintStrength</a:t>
            </a:r>
            <a:r>
              <a:rPr lang="en-US" dirty="0"/>
              <a:t> = (1.0 − </a:t>
            </a:r>
            <a:r>
              <a:rPr lang="en-US" dirty="0" err="1"/>
              <a:t>healthRatio</a:t>
            </a:r>
            <a:r>
              <a:rPr lang="en-US" dirty="0"/>
              <a:t>) × 0.5</a:t>
            </a:r>
          </a:p>
          <a:p>
            <a:r>
              <a:rPr lang="en-US" dirty="0" err="1"/>
              <a:t>HitBox</a:t>
            </a:r>
            <a:r>
              <a:rPr lang="en-US" dirty="0"/>
              <a:t> is smaller than visual sprite</a:t>
            </a:r>
          </a:p>
        </p:txBody>
      </p:sp>
    </p:spTree>
    <p:extLst>
      <p:ext uri="{BB962C8B-B14F-4D97-AF65-F5344CB8AC3E}">
        <p14:creationId xmlns:p14="http://schemas.microsoft.com/office/powerpoint/2010/main" val="38190155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1554B-215D-B830-CD71-C5D667186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7F31-ED0C-DB81-FD08-D3B737B94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Enemy (Abstract)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66936-3BC1-24A3-494B-2F60F6137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Implements Concrete and Damageable</a:t>
            </a:r>
          </a:p>
          <a:p>
            <a:r>
              <a:rPr lang="en-US" dirty="0"/>
              <a:t>Subclasses must have methods for attacking and animations</a:t>
            </a:r>
          </a:p>
          <a:p>
            <a:r>
              <a:rPr lang="en-US" dirty="0"/>
              <a:t>Per-frame state machine</a:t>
            </a:r>
          </a:p>
          <a:p>
            <a:pPr lvl="1"/>
            <a:r>
              <a:rPr lang="en-US" dirty="0"/>
              <a:t>if dead → play death animation</a:t>
            </a:r>
          </a:p>
          <a:p>
            <a:pPr lvl="1"/>
            <a:r>
              <a:rPr lang="en-US" dirty="0"/>
              <a:t>if player out of range → idle/melee</a:t>
            </a:r>
          </a:p>
          <a:p>
            <a:pPr lvl="1"/>
            <a:r>
              <a:rPr lang="en-US" dirty="0"/>
              <a:t>if in range → </a:t>
            </a:r>
            <a:r>
              <a:rPr lang="en-US" dirty="0" err="1"/>
              <a:t>pathfind</a:t>
            </a:r>
            <a:r>
              <a:rPr lang="en-US" dirty="0"/>
              <a:t> and move</a:t>
            </a:r>
          </a:p>
          <a:p>
            <a:r>
              <a:rPr lang="en-US" dirty="0"/>
              <a:t>Path re-computed every 300ms via </a:t>
            </a:r>
            <a:r>
              <a:rPr lang="en-US" dirty="0" err="1"/>
              <a:t>PathFinder</a:t>
            </a:r>
            <a:endParaRPr lang="en-US" dirty="0"/>
          </a:p>
          <a:p>
            <a:r>
              <a:rPr lang="en-US" dirty="0"/>
              <a:t>Default follow range is 200 units</a:t>
            </a:r>
          </a:p>
          <a:p>
            <a:r>
              <a:rPr lang="en-US" dirty="0"/>
              <a:t>When a bullet hits, follow range doubles</a:t>
            </a:r>
          </a:p>
        </p:txBody>
      </p:sp>
    </p:spTree>
    <p:extLst>
      <p:ext uri="{BB962C8B-B14F-4D97-AF65-F5344CB8AC3E}">
        <p14:creationId xmlns:p14="http://schemas.microsoft.com/office/powerpoint/2010/main" val="26251194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DFBBE-1658-7EF2-A094-FED5A54BE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021E1-F56D-2BF6-42DF-302A4C600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Enemy (Base Enemy)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D77F8-0258-95C3-2762-26B8C7CC6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Extends Enemy class</a:t>
            </a:r>
          </a:p>
          <a:p>
            <a:r>
              <a:rPr lang="en-US" dirty="0"/>
              <a:t>Standard Enemy spawned across the map</a:t>
            </a:r>
          </a:p>
          <a:p>
            <a:r>
              <a:rPr lang="en-US" dirty="0"/>
              <a:t>Spawns a </a:t>
            </a:r>
            <a:r>
              <a:rPr lang="en-US" dirty="0" err="1"/>
              <a:t>BasicAttackObj</a:t>
            </a:r>
            <a:r>
              <a:rPr lang="en-US" dirty="0"/>
              <a:t> on melee </a:t>
            </a:r>
          </a:p>
          <a:p>
            <a:pPr lvl="1"/>
            <a:r>
              <a:rPr lang="en-US" dirty="0"/>
              <a:t>Hitbox at current location lasting 400ms</a:t>
            </a:r>
          </a:p>
          <a:p>
            <a:r>
              <a:rPr lang="en-US" dirty="0"/>
              <a:t>Death</a:t>
            </a:r>
          </a:p>
          <a:p>
            <a:pPr lvl="1"/>
            <a:r>
              <a:rPr lang="en-US" dirty="0"/>
              <a:t>plays 6-frame death sheet</a:t>
            </a:r>
          </a:p>
          <a:p>
            <a:pPr lvl="1"/>
            <a:r>
              <a:rPr lang="en-US" dirty="0"/>
              <a:t>then opacity decrease at the rate of−0.05 per frame until 0</a:t>
            </a:r>
          </a:p>
          <a:p>
            <a:pPr lvl="1"/>
            <a:r>
              <a:rPr lang="en-US" dirty="0"/>
              <a:t>then destroys itself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813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A92A7-E295-5C19-14C6-C7E465731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8E853-0FA7-7037-EA95-07BB780F9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Enemy (</a:t>
            </a:r>
            <a:r>
              <a:rPr lang="en-US" dirty="0" err="1"/>
              <a:t>MiniBoss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D0B03-385E-F5FB-EBBC-8D0671A11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Extends Enemy class</a:t>
            </a:r>
          </a:p>
          <a:p>
            <a:r>
              <a:rPr lang="en-US" dirty="0"/>
              <a:t>Spawns at bottom middle of the first section of level</a:t>
            </a:r>
          </a:p>
          <a:p>
            <a:r>
              <a:rPr lang="en-US" dirty="0"/>
              <a:t>Has 2 attacks</a:t>
            </a:r>
          </a:p>
          <a:p>
            <a:pPr lvl="1"/>
            <a:r>
              <a:rPr lang="en-US" dirty="0"/>
              <a:t>Standard melee</a:t>
            </a:r>
          </a:p>
          <a:p>
            <a:pPr lvl="1"/>
            <a:r>
              <a:rPr lang="en-US" dirty="0"/>
              <a:t>Ranged axe throw</a:t>
            </a:r>
          </a:p>
          <a:p>
            <a:r>
              <a:rPr lang="en-US" dirty="0"/>
              <a:t>Axe throw</a:t>
            </a:r>
          </a:p>
          <a:p>
            <a:pPr lvl="1"/>
            <a:r>
              <a:rPr lang="en-US" dirty="0"/>
              <a:t>Range 300 units</a:t>
            </a:r>
          </a:p>
          <a:p>
            <a:pPr lvl="1"/>
            <a:r>
              <a:rPr lang="en-US" dirty="0"/>
              <a:t>Spawn </a:t>
            </a:r>
          </a:p>
        </p:txBody>
      </p:sp>
    </p:spTree>
    <p:extLst>
      <p:ext uri="{BB962C8B-B14F-4D97-AF65-F5344CB8AC3E}">
        <p14:creationId xmlns:p14="http://schemas.microsoft.com/office/powerpoint/2010/main" val="18727787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7B7D2-B6F6-8228-FC20-4028C80A2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B00-BE72-E4E5-6604-88DA7E51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Enemy (Boss)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5DC4A-FCBC-BDCB-D8F6-32399CE0B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Extends Enemy class</a:t>
            </a:r>
          </a:p>
          <a:p>
            <a:r>
              <a:rPr lang="en-US" dirty="0"/>
              <a:t>Spawns at top right of the second section at the end of the level</a:t>
            </a:r>
          </a:p>
          <a:p>
            <a:r>
              <a:rPr lang="en-US" dirty="0"/>
              <a:t>Same base stats as </a:t>
            </a:r>
            <a:r>
              <a:rPr lang="en-US" dirty="0" err="1"/>
              <a:t>MiniBoss</a:t>
            </a:r>
            <a:endParaRPr lang="en-US" dirty="0"/>
          </a:p>
          <a:p>
            <a:r>
              <a:rPr lang="en-US" dirty="0"/>
              <a:t>Upgraded version of the </a:t>
            </a:r>
            <a:r>
              <a:rPr lang="en-US" dirty="0" err="1"/>
              <a:t>MiniBoss</a:t>
            </a:r>
            <a:endParaRPr lang="en-US" dirty="0"/>
          </a:p>
          <a:p>
            <a:r>
              <a:rPr lang="en-US" dirty="0"/>
              <a:t>Has a twist (~Spoilers)</a:t>
            </a:r>
          </a:p>
        </p:txBody>
      </p:sp>
    </p:spTree>
    <p:extLst>
      <p:ext uri="{BB962C8B-B14F-4D97-AF65-F5344CB8AC3E}">
        <p14:creationId xmlns:p14="http://schemas.microsoft.com/office/powerpoint/2010/main" val="28207648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49D03-906A-4468-2AA3-47FA8B006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028D0-322F-9989-06DE-C86B5C1A9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Enemy (Health)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76158-F998-92DB-D515-D9EAFDF31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Health is a separate class shared by both player and enemies</a:t>
            </a:r>
          </a:p>
          <a:p>
            <a:r>
              <a:rPr lang="en-US" dirty="0"/>
              <a:t>Tracks current and max health</a:t>
            </a:r>
          </a:p>
          <a:p>
            <a:r>
              <a:rPr lang="en-US" dirty="0"/>
              <a:t>Red tint is blended onto the sprite as HP drops</a:t>
            </a:r>
          </a:p>
          <a:p>
            <a:pPr lvl="1"/>
            <a:r>
              <a:rPr lang="en-US" dirty="0" err="1"/>
              <a:t>tintStrength</a:t>
            </a:r>
            <a:r>
              <a:rPr lang="en-US" dirty="0"/>
              <a:t> = (1.0 − </a:t>
            </a:r>
            <a:r>
              <a:rPr lang="en-US" dirty="0" err="1"/>
              <a:t>healthRatio</a:t>
            </a:r>
            <a:r>
              <a:rPr lang="en-US" dirty="0"/>
              <a:t>) × 0.5</a:t>
            </a:r>
          </a:p>
          <a:p>
            <a:r>
              <a:rPr lang="en-US" dirty="0" err="1"/>
              <a:t>HitBox</a:t>
            </a:r>
            <a:r>
              <a:rPr lang="en-US" dirty="0"/>
              <a:t> is smaller than visual sprite</a:t>
            </a:r>
          </a:p>
        </p:txBody>
      </p:sp>
    </p:spTree>
    <p:extLst>
      <p:ext uri="{BB962C8B-B14F-4D97-AF65-F5344CB8AC3E}">
        <p14:creationId xmlns:p14="http://schemas.microsoft.com/office/powerpoint/2010/main" val="1215553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E1A79-DAE3-7D46-B2BE-85902408B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AD807-19F2-2A48-D28E-DFBD90E96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Path finder (Initialization)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8DD84-1665-C3B7-D007-72A55D45F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7877008" cy="3678303"/>
          </a:xfrm>
        </p:spPr>
        <p:txBody>
          <a:bodyPr>
            <a:normAutofit/>
          </a:bodyPr>
          <a:lstStyle/>
          <a:p>
            <a:r>
              <a:rPr lang="en-US" dirty="0"/>
              <a:t>Uses </a:t>
            </a:r>
            <a:r>
              <a:rPr lang="en-US" dirty="0" err="1"/>
              <a:t>MapNodeSetter</a:t>
            </a:r>
            <a:r>
              <a:rPr lang="en-US" dirty="0"/>
              <a:t> class</a:t>
            </a:r>
          </a:p>
          <a:p>
            <a:r>
              <a:rPr lang="en-US" dirty="0"/>
              <a:t>First creates a grid of nodes using native fixed size 2D array in </a:t>
            </a:r>
            <a:r>
              <a:rPr lang="en-US" dirty="0" err="1"/>
              <a:t>MapNodeSetter</a:t>
            </a:r>
            <a:endParaRPr lang="en-US" dirty="0"/>
          </a:p>
          <a:p>
            <a:r>
              <a:rPr lang="en-US" dirty="0"/>
              <a:t>Loops over the the Level Collision Mask to determine walkable area</a:t>
            </a:r>
          </a:p>
          <a:p>
            <a:r>
              <a:rPr lang="en-US" dirty="0"/>
              <a:t>A* search ready to calculate path from any given point to another one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9F498C-92DD-CFFE-4961-CFEE5C0CF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2043336"/>
            <a:ext cx="2119335" cy="42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4083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8D2AA-B012-E877-FACA-882949DB1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6369D-FEB6-63AD-1992-0AE7FB208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finder (A*)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63EB7-F345-3FDE-D4C8-07F65A42D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Nodes:</a:t>
            </a:r>
          </a:p>
          <a:p>
            <a:pPr lvl="1"/>
            <a:r>
              <a:rPr lang="en-PK"/>
              <a:t>Nodes are points on the grid. </a:t>
            </a:r>
            <a:endParaRPr lang="en-US" dirty="0"/>
          </a:p>
          <a:p>
            <a:pPr lvl="1"/>
            <a:r>
              <a:rPr lang="en-PK"/>
              <a:t>Each node has gcost,hcost and fcost. </a:t>
            </a:r>
            <a:endParaRPr lang="en-US" dirty="0"/>
          </a:p>
          <a:p>
            <a:pPr lvl="1"/>
            <a:r>
              <a:rPr lang="en-PK"/>
              <a:t>Each node can be open</a:t>
            </a:r>
            <a:r>
              <a:rPr lang="en-US" dirty="0"/>
              <a:t> </a:t>
            </a:r>
            <a:r>
              <a:rPr lang="en-PK"/>
              <a:t>(open for evaluation), checked,</a:t>
            </a:r>
            <a:r>
              <a:rPr lang="en-US" dirty="0"/>
              <a:t> </a:t>
            </a:r>
            <a:r>
              <a:rPr lang="en-PK"/>
              <a:t>solid or can be start or goal node</a:t>
            </a:r>
            <a:endParaRPr lang="en-US" dirty="0"/>
          </a:p>
          <a:p>
            <a:pPr lvl="1"/>
            <a:r>
              <a:rPr lang="en-US" dirty="0" err="1"/>
              <a:t>gC</a:t>
            </a:r>
            <a:r>
              <a:rPr lang="en-PK"/>
              <a:t>ost is the distance of node from the start node</a:t>
            </a:r>
          </a:p>
          <a:p>
            <a:pPr lvl="1"/>
            <a:r>
              <a:rPr lang="en-US" dirty="0"/>
              <a:t>h</a:t>
            </a:r>
            <a:r>
              <a:rPr lang="en-PK"/>
              <a:t>Cost is the distance of node from Goal Node</a:t>
            </a:r>
          </a:p>
          <a:p>
            <a:pPr lvl="1"/>
            <a:r>
              <a:rPr lang="en-US" dirty="0" err="1"/>
              <a:t>fC</a:t>
            </a:r>
            <a:r>
              <a:rPr lang="en-PK"/>
              <a:t>ost is the sum of </a:t>
            </a:r>
            <a:r>
              <a:rPr lang="en-US" dirty="0"/>
              <a:t>h</a:t>
            </a:r>
            <a:r>
              <a:rPr lang="en-PK"/>
              <a:t>Cost and </a:t>
            </a:r>
            <a:r>
              <a:rPr lang="en-US" dirty="0" err="1"/>
              <a:t>fC</a:t>
            </a:r>
            <a:r>
              <a:rPr lang="en-PK"/>
              <a:t>ost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1930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491C1-6A66-77A9-DFF7-3A7DF1278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A3A8A-CF3F-DF42-37BC-2CD0A7790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finder (A*)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A41FA-B88A-14F4-BE23-9008A0DB9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First sets up the start (Enemy Position) and the goal node (Player Position)</a:t>
            </a:r>
          </a:p>
          <a:p>
            <a:r>
              <a:rPr lang="en-US" dirty="0"/>
              <a:t>From the start node (setting it as current node) it evaluates its adjacent nodes and adds them to the open List  (Queue with </a:t>
            </a:r>
            <a:r>
              <a:rPr lang="en-US" dirty="0" err="1"/>
              <a:t>fcost</a:t>
            </a:r>
            <a:r>
              <a:rPr lang="en-US" dirty="0"/>
              <a:t> as its comparator, </a:t>
            </a:r>
            <a:r>
              <a:rPr lang="en-US" dirty="0" err="1"/>
              <a:t>i.e</a:t>
            </a:r>
            <a:r>
              <a:rPr lang="en-US" dirty="0"/>
              <a:t> constructs a list with smaller </a:t>
            </a:r>
            <a:r>
              <a:rPr lang="en-US" dirty="0" err="1"/>
              <a:t>fCost</a:t>
            </a:r>
            <a:r>
              <a:rPr lang="en-US" dirty="0"/>
              <a:t> at the top)</a:t>
            </a:r>
          </a:p>
          <a:p>
            <a:r>
              <a:rPr lang="en-US" dirty="0"/>
              <a:t>Setups the </a:t>
            </a:r>
            <a:r>
              <a:rPr lang="en-US" dirty="0" err="1"/>
              <a:t>gCost</a:t>
            </a:r>
            <a:r>
              <a:rPr lang="en-US" dirty="0"/>
              <a:t> ,</a:t>
            </a:r>
            <a:r>
              <a:rPr lang="en-US" dirty="0" err="1"/>
              <a:t>hCost</a:t>
            </a:r>
            <a:r>
              <a:rPr lang="en-US" dirty="0"/>
              <a:t> and </a:t>
            </a:r>
            <a:r>
              <a:rPr lang="en-US" dirty="0" err="1"/>
              <a:t>fCost</a:t>
            </a:r>
            <a:r>
              <a:rPr lang="en-US" dirty="0"/>
              <a:t> of the nodes</a:t>
            </a:r>
          </a:p>
          <a:p>
            <a:r>
              <a:rPr lang="en-US" dirty="0"/>
              <a:t>Set current node to be the first element of </a:t>
            </a:r>
            <a:r>
              <a:rPr lang="en-US" dirty="0" err="1"/>
              <a:t>priorityQueue</a:t>
            </a:r>
            <a:r>
              <a:rPr lang="en-US" dirty="0"/>
              <a:t> (the node with least amount of </a:t>
            </a:r>
            <a:r>
              <a:rPr lang="en-US" dirty="0" err="1"/>
              <a:t>fcost</a:t>
            </a:r>
            <a:r>
              <a:rPr lang="en-US" dirty="0"/>
              <a:t>) </a:t>
            </a:r>
          </a:p>
          <a:p>
            <a:r>
              <a:rPr lang="en-US" dirty="0"/>
              <a:t>Check the current node and evaluates its </a:t>
            </a:r>
            <a:r>
              <a:rPr lang="en-US" dirty="0" err="1"/>
              <a:t>neighbours</a:t>
            </a:r>
            <a:r>
              <a:rPr lang="en-US" dirty="0"/>
              <a:t>.</a:t>
            </a:r>
          </a:p>
          <a:p>
            <a:r>
              <a:rPr lang="en-US" dirty="0" err="1"/>
              <a:t>Neighbour</a:t>
            </a:r>
            <a:r>
              <a:rPr lang="en-US" dirty="0"/>
              <a:t> is only be added to open list if it is not start node, not solid node, not already a open node or it has greater </a:t>
            </a:r>
            <a:r>
              <a:rPr lang="en-US" dirty="0" err="1"/>
              <a:t>gCost</a:t>
            </a:r>
            <a:r>
              <a:rPr lang="en-US" dirty="0"/>
              <a:t> than the current node’s gcost+1</a:t>
            </a:r>
          </a:p>
          <a:p>
            <a:r>
              <a:rPr lang="en-US" dirty="0"/>
              <a:t>If a </a:t>
            </a:r>
            <a:r>
              <a:rPr lang="en-US" dirty="0" err="1"/>
              <a:t>neighbouring</a:t>
            </a:r>
            <a:r>
              <a:rPr lang="en-US" dirty="0"/>
              <a:t> node is added to the </a:t>
            </a:r>
            <a:r>
              <a:rPr lang="en-US" dirty="0" err="1"/>
              <a:t>openList</a:t>
            </a:r>
            <a:r>
              <a:rPr lang="en-US" dirty="0"/>
              <a:t> its parent is set as current node for which it was evaluated.</a:t>
            </a:r>
          </a:p>
          <a:p>
            <a:r>
              <a:rPr lang="en-US" dirty="0"/>
              <a:t>Now it continues this till it reaches the goal or does not find the goal within 3000 iterations.</a:t>
            </a:r>
          </a:p>
          <a:p>
            <a:r>
              <a:rPr lang="en-US" dirty="0"/>
              <a:t>To return the path we trace back using the parent nodes. If no path was found empty list/path is returned.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4823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D3486-F8B2-1D49-2E88-2DDB9DDE3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E460F-9548-F18B-1BEA-352F4DBD1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Weapon System (Weapon)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3F696-5FB3-D0C3-FBF9-A7E43D6CC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Added to the scene alongside the player as a </a:t>
            </a:r>
            <a:r>
              <a:rPr lang="en-US" dirty="0" err="1"/>
              <a:t>GameObject</a:t>
            </a:r>
            <a:endParaRPr lang="en-US" dirty="0"/>
          </a:p>
          <a:p>
            <a:r>
              <a:rPr lang="en-US" dirty="0"/>
              <a:t>Orbits the player at a fixed offset, aimed toward the mouse cursor</a:t>
            </a:r>
          </a:p>
          <a:p>
            <a:r>
              <a:rPr lang="en-US" dirty="0"/>
              <a:t>Sprite flips vertically when aiming left (angle &gt; 90°)</a:t>
            </a:r>
          </a:p>
          <a:p>
            <a:r>
              <a:rPr lang="en-US" dirty="0"/>
              <a:t>Uses a 6-frame idle sprite sheet with animation</a:t>
            </a:r>
          </a:p>
          <a:p>
            <a:r>
              <a:rPr lang="en-US" dirty="0"/>
              <a:t>Plays a 3-frame muzzle flash rendered at the barrel tip on fire</a:t>
            </a:r>
          </a:p>
          <a:p>
            <a:r>
              <a:rPr lang="en-US" dirty="0"/>
              <a:t>Supports auto-fire (hold mouse button)</a:t>
            </a:r>
          </a:p>
          <a:p>
            <a:r>
              <a:rPr lang="en-US" dirty="0" err="1"/>
              <a:t>fireWeapon</a:t>
            </a:r>
            <a:r>
              <a:rPr lang="en-US" dirty="0"/>
              <a:t>() is called every frame; enforces fire rate via a cooldown (1 / </a:t>
            </a:r>
            <a:r>
              <a:rPr lang="en-US" dirty="0" err="1"/>
              <a:t>fireRate</a:t>
            </a:r>
            <a:r>
              <a:rPr lang="en-US" dirty="0"/>
              <a:t> seconds per shot)</a:t>
            </a:r>
          </a:p>
        </p:txBody>
      </p:sp>
    </p:spTree>
    <p:extLst>
      <p:ext uri="{BB962C8B-B14F-4D97-AF65-F5344CB8AC3E}">
        <p14:creationId xmlns:p14="http://schemas.microsoft.com/office/powerpoint/2010/main" val="23964069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4160A-201F-E6D3-385B-DACF7F5C3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EB950-F64F-8091-AAD5-ED6ECBE7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Weapon System (Ammo)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8B795-8062-F2F3-CBAB-EB4D1584D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Ammo is a standalone class (not a Component) owned by Weapon</a:t>
            </a:r>
          </a:p>
          <a:p>
            <a:r>
              <a:rPr lang="en-US" dirty="0"/>
              <a:t>Max ammo is 30</a:t>
            </a:r>
          </a:p>
          <a:p>
            <a:r>
              <a:rPr lang="en-US" dirty="0"/>
              <a:t>Decremented by 1 per shot; automatically triggers reload when it reaches 0</a:t>
            </a:r>
          </a:p>
          <a:p>
            <a:r>
              <a:rPr lang="en-US" dirty="0"/>
              <a:t>Manual reload can also be triggered via the R key</a:t>
            </a:r>
          </a:p>
          <a:p>
            <a:r>
              <a:rPr lang="en-US" dirty="0"/>
              <a:t>Reload has two phases: a 0.5s delay, then a 2.0s fill</a:t>
            </a:r>
          </a:p>
          <a:p>
            <a:r>
              <a:rPr lang="en-US" dirty="0"/>
              <a:t>During reload, firing is blocked</a:t>
            </a:r>
          </a:p>
        </p:txBody>
      </p:sp>
    </p:spTree>
    <p:extLst>
      <p:ext uri="{BB962C8B-B14F-4D97-AF65-F5344CB8AC3E}">
        <p14:creationId xmlns:p14="http://schemas.microsoft.com/office/powerpoint/2010/main" val="27084062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76743-61E5-0E8C-6BB7-10045BCF2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B3C27-0BFA-36C7-107D-A1054F0A5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Weapon System (Bullet)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14A5C-E942-23DD-9AB2-E19970CA7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Bullet is a </a:t>
            </a:r>
            <a:r>
              <a:rPr lang="en-US" dirty="0" err="1"/>
              <a:t>GameObject</a:t>
            </a:r>
            <a:r>
              <a:rPr lang="en-US" dirty="0"/>
              <a:t> implementing Damaging and Concrete</a:t>
            </a:r>
          </a:p>
          <a:p>
            <a:r>
              <a:rPr lang="en-US" dirty="0"/>
              <a:t>Spawned at the player center position, directed toward the mouse</a:t>
            </a:r>
          </a:p>
          <a:p>
            <a:r>
              <a:rPr lang="en-US" dirty="0"/>
              <a:t>Travels at a speed of 250 units/second; has a max range of 1000 units</a:t>
            </a:r>
          </a:p>
          <a:p>
            <a:r>
              <a:rPr lang="en-US" dirty="0"/>
              <a:t>Destroys itself when out of range</a:t>
            </a:r>
          </a:p>
          <a:p>
            <a:r>
              <a:rPr lang="en-US" dirty="0"/>
              <a:t>Carries a damage value set by Weapon</a:t>
            </a:r>
          </a:p>
          <a:p>
            <a:r>
              <a:rPr lang="en-US" dirty="0"/>
              <a:t>Implements </a:t>
            </a:r>
            <a:r>
              <a:rPr lang="en-US" dirty="0" err="1"/>
              <a:t>triggerCollisionEffect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Play a random impact sound</a:t>
            </a:r>
          </a:p>
          <a:p>
            <a:pPr lvl="1"/>
            <a:r>
              <a:rPr lang="en-US" dirty="0"/>
              <a:t>Spawns a </a:t>
            </a:r>
            <a:r>
              <a:rPr lang="en-US" dirty="0" err="1"/>
              <a:t>BulletImpact</a:t>
            </a:r>
            <a:r>
              <a:rPr lang="en-US" dirty="0"/>
              <a:t> particle (50% of the time)</a:t>
            </a:r>
          </a:p>
          <a:p>
            <a:pPr lvl="1"/>
            <a:r>
              <a:rPr lang="en-US" dirty="0"/>
              <a:t>Then destroys itself</a:t>
            </a:r>
          </a:p>
          <a:p>
            <a:r>
              <a:rPr lang="en-US" dirty="0"/>
              <a:t>Will not damage Player</a:t>
            </a:r>
          </a:p>
        </p:txBody>
      </p:sp>
    </p:spTree>
    <p:extLst>
      <p:ext uri="{BB962C8B-B14F-4D97-AF65-F5344CB8AC3E}">
        <p14:creationId xmlns:p14="http://schemas.microsoft.com/office/powerpoint/2010/main" val="21966849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8B9C4-1107-1FB4-4297-BD9230710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8AA84-7855-A660-941F-A18B4E6C2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Weapon System (UI)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E5DCE-1D9A-6696-2056-6D6CD4253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AmmoBar</a:t>
            </a:r>
            <a:r>
              <a:rPr lang="en-US" dirty="0"/>
              <a:t> is a JavaFX </a:t>
            </a:r>
            <a:r>
              <a:rPr lang="en-US" dirty="0" err="1"/>
              <a:t>HBox</a:t>
            </a:r>
            <a:r>
              <a:rPr lang="en-US" dirty="0"/>
              <a:t> placed in the FXML UI layer</a:t>
            </a:r>
          </a:p>
          <a:p>
            <a:r>
              <a:rPr lang="en-US" dirty="0"/>
              <a:t>Displays 10 bullet icon slots; each slot represents 3 rounds (30 max / 10 slots)</a:t>
            </a:r>
          </a:p>
          <a:p>
            <a:r>
              <a:rPr lang="en-US" dirty="0"/>
              <a:t>Each slot shows either a filled or empty bullet sprite (</a:t>
            </a:r>
            <a:r>
              <a:rPr lang="en-US" dirty="0" err="1"/>
              <a:t>bullet.png</a:t>
            </a:r>
            <a:r>
              <a:rPr lang="en-US" dirty="0"/>
              <a:t> / </a:t>
            </a:r>
            <a:r>
              <a:rPr lang="en-US" dirty="0" err="1"/>
              <a:t>bullet_empty.png</a:t>
            </a:r>
            <a:r>
              <a:rPr lang="en-US" dirty="0"/>
              <a:t>)</a:t>
            </a:r>
          </a:p>
          <a:p>
            <a:r>
              <a:rPr lang="en-US" dirty="0"/>
              <a:t>IMAGE: Ammo Bar Image</a:t>
            </a:r>
          </a:p>
        </p:txBody>
      </p:sp>
    </p:spTree>
    <p:extLst>
      <p:ext uri="{BB962C8B-B14F-4D97-AF65-F5344CB8AC3E}">
        <p14:creationId xmlns:p14="http://schemas.microsoft.com/office/powerpoint/2010/main" val="27107150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3FA60-FEE9-F550-608A-A3308ECB1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D29E-FBEB-5862-96F5-233FB28B1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 Bar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5E31D-27E5-3FD5-9E5E-C46E73CFF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JavaFX UI Node that is rendered in the FXML UI layer</a:t>
            </a:r>
          </a:p>
          <a:p>
            <a:r>
              <a:rPr lang="en-US" dirty="0"/>
              <a:t>Extends Bar; provides a slider than can be filled by a given amount</a:t>
            </a:r>
          </a:p>
          <a:p>
            <a:r>
              <a:rPr lang="en-US" dirty="0"/>
              <a:t>Renders HP-</a:t>
            </a:r>
            <a:r>
              <a:rPr lang="en-US" dirty="0" err="1"/>
              <a:t>Bar.png</a:t>
            </a:r>
            <a:r>
              <a:rPr lang="en-US" dirty="0"/>
              <a:t> as a frame and crops </a:t>
            </a:r>
            <a:r>
              <a:rPr lang="en-US" dirty="0" err="1"/>
              <a:t>HP.png</a:t>
            </a:r>
            <a:r>
              <a:rPr lang="en-US" dirty="0"/>
              <a:t> fill by the current health ratio</a:t>
            </a:r>
          </a:p>
          <a:p>
            <a:r>
              <a:rPr lang="en-US" dirty="0"/>
              <a:t>Crop width shrinks as health decreases</a:t>
            </a:r>
          </a:p>
        </p:txBody>
      </p:sp>
    </p:spTree>
    <p:extLst>
      <p:ext uri="{BB962C8B-B14F-4D97-AF65-F5344CB8AC3E}">
        <p14:creationId xmlns:p14="http://schemas.microsoft.com/office/powerpoint/2010/main" val="13262198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3B07C-428A-EBDC-D40E-A93C0533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07A8E-A2D3-75F9-540F-E7F749A7F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Management In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840DF-9A93-02CD-0394-861CEB6AE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Audios </a:t>
            </a:r>
          </a:p>
          <a:p>
            <a:pPr lvl="1"/>
            <a:r>
              <a:rPr lang="en-US" dirty="0"/>
              <a:t>Exposes methods for sound effects and music </a:t>
            </a:r>
            <a:r>
              <a:rPr lang="en-US" dirty="0" err="1"/>
              <a:t>refrences</a:t>
            </a:r>
            <a:endParaRPr lang="en-US" dirty="0"/>
          </a:p>
          <a:p>
            <a:pPr lvl="1"/>
            <a:r>
              <a:rPr lang="en-US" dirty="0"/>
              <a:t>Randomized sound effect selection</a:t>
            </a:r>
          </a:p>
          <a:p>
            <a:pPr lvl="1"/>
            <a:r>
              <a:rPr lang="en-US" dirty="0"/>
              <a:t>Usage: </a:t>
            </a:r>
            <a:r>
              <a:rPr lang="en-US" dirty="0" err="1"/>
              <a:t>Audios.clickNeutralRef</a:t>
            </a:r>
            <a:r>
              <a:rPr lang="en-US" dirty="0"/>
              <a:t>().</a:t>
            </a:r>
            <a:r>
              <a:rPr lang="en-US" dirty="0" err="1"/>
              <a:t>ifPresent</a:t>
            </a:r>
            <a:r>
              <a:rPr lang="en-US" dirty="0"/>
              <a:t>(</a:t>
            </a:r>
            <a:r>
              <a:rPr lang="en-US" dirty="0" err="1"/>
              <a:t>SoundEffectReference</a:t>
            </a:r>
            <a:r>
              <a:rPr lang="en-US" dirty="0"/>
              <a:t>::play)</a:t>
            </a:r>
          </a:p>
          <a:p>
            <a:r>
              <a:rPr lang="en-US" dirty="0" err="1"/>
              <a:t>MusicManager</a:t>
            </a:r>
            <a:endParaRPr lang="en-US" dirty="0"/>
          </a:p>
          <a:p>
            <a:pPr lvl="1"/>
            <a:r>
              <a:rPr lang="en-US" dirty="0"/>
              <a:t>Uses Music references from Audios</a:t>
            </a:r>
          </a:p>
          <a:p>
            <a:pPr lvl="1"/>
            <a:r>
              <a:rPr lang="en-US" dirty="0"/>
              <a:t>Transitions to the music of the given scene</a:t>
            </a:r>
          </a:p>
          <a:p>
            <a:pPr lvl="2"/>
            <a:r>
              <a:rPr lang="en-US" dirty="0"/>
              <a:t>Does by fading out the old one, and fading in the new one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2244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BF7CD-1468-E5D0-FB05-6F4734881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9D150-E37E-417E-E28B-F337A4FF4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Gradle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1BFF0-A85D-A321-D32B-80C66AA7B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334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packageWindows</a:t>
            </a:r>
            <a:endParaRPr lang="en-US" dirty="0"/>
          </a:p>
          <a:p>
            <a:pPr lvl="1"/>
            <a:r>
              <a:rPr lang="en-US" dirty="0"/>
              <a:t>Packages into an exe installer</a:t>
            </a:r>
          </a:p>
          <a:p>
            <a:r>
              <a:rPr lang="en-US" dirty="0" err="1"/>
              <a:t>packageMac</a:t>
            </a:r>
            <a:endParaRPr lang="en-US" dirty="0"/>
          </a:p>
          <a:p>
            <a:pPr lvl="1"/>
            <a:r>
              <a:rPr lang="en-US" dirty="0"/>
              <a:t>Packages into an dmg installer</a:t>
            </a:r>
          </a:p>
          <a:p>
            <a:r>
              <a:rPr lang="en-US" dirty="0" err="1"/>
              <a:t>packageLinux</a:t>
            </a:r>
            <a:endParaRPr lang="en-US" dirty="0"/>
          </a:p>
          <a:p>
            <a:pPr lvl="1"/>
            <a:r>
              <a:rPr lang="en-US" dirty="0"/>
              <a:t>Packages into </a:t>
            </a:r>
            <a:r>
              <a:rPr lang="en-US" dirty="0" err="1"/>
              <a:t>linux</a:t>
            </a:r>
            <a:r>
              <a:rPr lang="en-US" dirty="0"/>
              <a:t> installer</a:t>
            </a:r>
          </a:p>
          <a:p>
            <a:r>
              <a:rPr lang="en-US" dirty="0" err="1"/>
              <a:t>buildExecutableJar</a:t>
            </a:r>
            <a:endParaRPr lang="en-US" dirty="0"/>
          </a:p>
          <a:p>
            <a:pPr lvl="1"/>
            <a:r>
              <a:rPr lang="en-US" dirty="0"/>
              <a:t>Builds a jar that can be opened by JRE</a:t>
            </a:r>
          </a:p>
          <a:p>
            <a:r>
              <a:rPr lang="en-US" dirty="0"/>
              <a:t>run</a:t>
            </a:r>
          </a:p>
          <a:p>
            <a:pPr lvl="1"/>
            <a:r>
              <a:rPr lang="en-US" dirty="0"/>
              <a:t>Runs the application with full logging (</a:t>
            </a:r>
            <a:r>
              <a:rPr lang="en-US" dirty="0" err="1"/>
              <a:t>Maxiumum</a:t>
            </a:r>
            <a:r>
              <a:rPr lang="en-US" dirty="0"/>
              <a:t> log level defined in Main class)</a:t>
            </a:r>
          </a:p>
          <a:p>
            <a:r>
              <a:rPr lang="en-US" dirty="0" err="1"/>
              <a:t>runNoLogs</a:t>
            </a:r>
            <a:endParaRPr lang="en-US" dirty="0"/>
          </a:p>
          <a:p>
            <a:pPr lvl="1"/>
            <a:r>
              <a:rPr lang="en-US" dirty="0"/>
              <a:t>Runs the application with no logging</a:t>
            </a:r>
          </a:p>
          <a:p>
            <a:r>
              <a:rPr lang="en-US" dirty="0" err="1"/>
              <a:t>runTestLogger</a:t>
            </a:r>
            <a:endParaRPr lang="en-US" dirty="0"/>
          </a:p>
          <a:p>
            <a:pPr lvl="1"/>
            <a:r>
              <a:rPr lang="en-US" dirty="0"/>
              <a:t>Runs a test that tests the logger of all formats, error message </a:t>
            </a:r>
            <a:r>
              <a:rPr lang="en-US" dirty="0" err="1"/>
              <a:t>etc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8555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843B-5241-A50A-03E8-CFA0E9990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EE5DC-9C9C-1C2A-1D1C-AFF1C605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Generation Pipeline (Misc.)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08D11-C2EE-7803-A864-3D7F02482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334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Requires Python &amp; Mermaid CLI in </a:t>
            </a:r>
            <a:r>
              <a:rPr lang="en-US" dirty="0" err="1"/>
              <a:t>npm</a:t>
            </a:r>
            <a:endParaRPr lang="en-US" dirty="0"/>
          </a:p>
          <a:p>
            <a:r>
              <a:rPr lang="en-US" dirty="0"/>
              <a:t>Generate UML using a python script</a:t>
            </a:r>
          </a:p>
          <a:p>
            <a:r>
              <a:rPr lang="en-US" dirty="0"/>
              <a:t>Uses mermaid for to scaffold structure, then renders using the mermaid renderer</a:t>
            </a:r>
          </a:p>
          <a:p>
            <a:r>
              <a:rPr lang="en-US" dirty="0"/>
              <a:t>AI Generation Disclosure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1007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86578-D6D6-CCB9-72B3-7A34E6519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55E11-D18B-8F8B-FFFC-D13A97ADCC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Scenes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4B7672-44A2-ED99-D34A-7244371E22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Breakdown of each scene</a:t>
            </a:r>
          </a:p>
        </p:txBody>
      </p:sp>
    </p:spTree>
    <p:extLst>
      <p:ext uri="{BB962C8B-B14F-4D97-AF65-F5344CB8AC3E}">
        <p14:creationId xmlns:p14="http://schemas.microsoft.com/office/powerpoint/2010/main" val="24164306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D851AE-8604-6769-4E78-4D9708CAF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DDB9E1-AB12-462E-8E0D-83CA31C6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4040EB-4842-44D5-9380-BDF41FB7B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6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D60E45-EA22-0882-6C50-E3CD91D25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89" y="1209184"/>
            <a:ext cx="3089189" cy="4734416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Start Scene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076E08-C160-41E7-8D09-E2436B591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A65B62-07C4-4876-A101-9C85F48A02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2BCE7C-4E97-4627-9FD1-DD7B633E5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0FADF-7AB3-341E-4B70-44EEA562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1870" y="723900"/>
            <a:ext cx="7183597" cy="1881588"/>
          </a:xfrm>
        </p:spPr>
        <p:txBody>
          <a:bodyPr>
            <a:normAutofit/>
          </a:bodyPr>
          <a:lstStyle/>
          <a:p>
            <a:r>
              <a:rPr lang="en-US" dirty="0"/>
              <a:t>Main entry point of the game</a:t>
            </a:r>
          </a:p>
          <a:p>
            <a:r>
              <a:rPr lang="en-US" dirty="0"/>
              <a:t>Routes to main game and high scores along with exit game button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3FB205-B46C-9DDF-4286-7532A1F1C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102" y="2609045"/>
            <a:ext cx="6548090" cy="378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7372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8D82BA-A62E-890C-40FE-80AC70C59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B8DB8A-E7AC-D3C0-BCC8-5AA18D560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49E5BA-FA32-9890-73EB-2A5678EC3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6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A19CD7-AAC3-C45B-F9BE-7EC9A5E75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89" y="1209184"/>
            <a:ext cx="3089189" cy="4734416"/>
          </a:xfrm>
        </p:spPr>
        <p:txBody>
          <a:bodyPr anchor="ctr">
            <a:normAutofit/>
          </a:bodyPr>
          <a:lstStyle/>
          <a:p>
            <a:r>
              <a:rPr lang="en-US" dirty="0"/>
              <a:t>Level Scene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B6CC56-9538-6D01-F791-DE83F8F8B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FABC4F-0AC0-97AB-4A67-DE86AF02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81387F-55ED-4CD2-5387-EE12A0B6F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9B6A8-D79E-2A79-EF53-A3C42CB8B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1870" y="723900"/>
            <a:ext cx="7183597" cy="1881588"/>
          </a:xfrm>
        </p:spPr>
        <p:txBody>
          <a:bodyPr>
            <a:normAutofit/>
          </a:bodyPr>
          <a:lstStyle/>
          <a:p>
            <a:r>
              <a:rPr lang="en-US" dirty="0"/>
              <a:t>The main level of the game</a:t>
            </a:r>
          </a:p>
          <a:p>
            <a:r>
              <a:rPr lang="en-US" dirty="0"/>
              <a:t>Objective is to clear out all zombies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90D0B2-2CC9-BFF2-5A65-5E3269222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738" y="2605488"/>
            <a:ext cx="6514453" cy="37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8773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BB3702-0803-F490-1619-B556E805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E5E4503-CC62-4DA9-9121-0A157199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D61A1B-3C4C-4F0E-965F-15837624C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E56243-9701-44E8-8A92-319433305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1F1915-E076-48EB-BB4A-EE9808EB4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946306D-5ADD-463A-949A-DEEBA39D7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4EAEE1-2E44-4039-610E-1775BE0366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383" b="2"/>
          <a:stretch>
            <a:fillRect/>
          </a:stretch>
        </p:blipFill>
        <p:spPr>
          <a:xfrm>
            <a:off x="446534" y="599724"/>
            <a:ext cx="5614416" cy="35478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F32DFFE-4742-709D-1E01-DC2F5CEB52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" b="4465"/>
          <a:stretch>
            <a:fillRect/>
          </a:stretch>
        </p:blipFill>
        <p:spPr>
          <a:xfrm>
            <a:off x="6116658" y="599724"/>
            <a:ext cx="5626608" cy="354787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180D5DB-9658-40A6-A418-7C6998222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199467"/>
            <a:ext cx="11296733" cy="21910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57BA42-5819-8C84-96BB-42E150C8A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120" y="4319752"/>
            <a:ext cx="10947620" cy="115595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Level Scene (Collision Mask)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17A84-5643-9BFD-2B56-EAEEF7EB9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0" y="5475712"/>
            <a:ext cx="10947620" cy="4760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cap="all" dirty="0">
                <a:solidFill>
                  <a:srgbClr val="EBEBEB"/>
                </a:solidFill>
              </a:rPr>
              <a:t>Defines a list of rectangles that are used to defined unwalkable areas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32810AB-1783-4EC2-BA98-A04B50D03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F09CE43-7546-451A-9418-9977AE731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2C17367-5B48-4C71-825E-C1A8CFEC8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6EA071A-7654-4C9E-AA2E-203E15234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469296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C9962-8489-0E27-F0EC-21FCC56EE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4B74E-B177-A845-0E1F-E7C9D4C87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Scene (Enemy Spawning)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7E718-0F12-F9CE-3B84-74072257A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334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Spawns when the game is loaded</a:t>
            </a:r>
          </a:p>
          <a:p>
            <a:r>
              <a:rPr lang="en-US" sz="2000" dirty="0"/>
              <a:t>Generates spawn points across a grid with random offsets and validation.</a:t>
            </a:r>
          </a:p>
          <a:p>
            <a:r>
              <a:rPr lang="en-US" sz="2000" dirty="0"/>
              <a:t>Avoids non-</a:t>
            </a:r>
            <a:r>
              <a:rPr lang="en-US" sz="2000" dirty="0" err="1"/>
              <a:t>spawnable</a:t>
            </a:r>
            <a:r>
              <a:rPr lang="en-US" sz="2000" dirty="0"/>
              <a:t> area</a:t>
            </a:r>
          </a:p>
          <a:p>
            <a:r>
              <a:rPr lang="en-US" sz="2000" dirty="0"/>
              <a:t>Validates with collision mask and movement checks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0842598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B7883-3E72-1943-65DD-F905E4636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0B746-0A99-B639-1248-63D0B7541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Level Scene (Objects placement)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80245-3FD8-9886-30E8-617D8BAD7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361" y="2424136"/>
            <a:ext cx="3353378" cy="3434663"/>
          </a:xfrm>
        </p:spPr>
        <p:txBody>
          <a:bodyPr anchor="t">
            <a:normAutofit/>
          </a:bodyPr>
          <a:lstStyle/>
          <a:p>
            <a:r>
              <a:rPr lang="en-US" sz="2000" dirty="0"/>
              <a:t>Static objects are loaded from </a:t>
            </a:r>
            <a:r>
              <a:rPr lang="en-US" sz="1900" dirty="0" err="1"/>
              <a:t>objects_placements.txt</a:t>
            </a:r>
            <a:r>
              <a:rPr lang="en-US" sz="1900" dirty="0"/>
              <a:t> </a:t>
            </a:r>
            <a:r>
              <a:rPr lang="en-US" sz="2000" dirty="0"/>
              <a:t>and added to the scene</a:t>
            </a:r>
          </a:p>
          <a:p>
            <a:r>
              <a:rPr lang="en-US" sz="2000" dirty="0" err="1"/>
              <a:t>objects_placements.txt</a:t>
            </a:r>
            <a:r>
              <a:rPr lang="en-US" sz="2000" dirty="0"/>
              <a:t> </a:t>
            </a:r>
            <a:br>
              <a:rPr lang="en-US" sz="2000" dirty="0"/>
            </a:br>
            <a:r>
              <a:rPr lang="en-US" sz="2000" dirty="0"/>
              <a:t>generated once in development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A081E3-B6F2-F4D7-0675-95735FCAAE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800" r="21368" b="-9"/>
          <a:stretch>
            <a:fillRect/>
          </a:stretch>
        </p:blipFill>
        <p:spPr>
          <a:xfrm>
            <a:off x="4244443" y="1892627"/>
            <a:ext cx="3699935" cy="44979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88F19E-4064-5DB8-FD62-C3445D9FB5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8099" b="-2"/>
          <a:stretch>
            <a:fillRect/>
          </a:stretch>
        </p:blipFill>
        <p:spPr>
          <a:xfrm>
            <a:off x="8042494" y="1892627"/>
            <a:ext cx="3699935" cy="449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2612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80DF18-8B33-3DB7-C5C4-46704B325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8ECF4-6804-E1EA-76D4-A2DD60C3E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Level Scene (Win and Lose Screen)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26F34-E717-11BA-09A8-C5602D9C3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361" y="2424136"/>
            <a:ext cx="3353378" cy="3434663"/>
          </a:xfrm>
        </p:spPr>
        <p:txBody>
          <a:bodyPr anchor="t">
            <a:normAutofit/>
          </a:bodyPr>
          <a:lstStyle/>
          <a:p>
            <a:r>
              <a:rPr lang="en-US" sz="2000" dirty="0"/>
              <a:t>Displays score as 3-digit number (7 displays as 007)</a:t>
            </a:r>
          </a:p>
          <a:p>
            <a:r>
              <a:rPr lang="en-US" sz="2000" dirty="0"/>
              <a:t>Uses a </a:t>
            </a:r>
            <a:r>
              <a:rPr lang="en-US" sz="2000" dirty="0" err="1"/>
              <a:t>spritesheet</a:t>
            </a:r>
            <a:r>
              <a:rPr lang="en-US" sz="2000" dirty="0"/>
              <a:t> for the number font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BE6F0D-E215-5D2E-064A-0C14FF35BC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167" r="27740" b="2"/>
          <a:stretch>
            <a:fillRect/>
          </a:stretch>
        </p:blipFill>
        <p:spPr>
          <a:xfrm>
            <a:off x="4244443" y="1892627"/>
            <a:ext cx="3699935" cy="44979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B63474-77D5-9F93-48FA-E5B52B5BD0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200" r="27501" b="-1"/>
          <a:stretch>
            <a:fillRect/>
          </a:stretch>
        </p:blipFill>
        <p:spPr>
          <a:xfrm>
            <a:off x="8042494" y="1892627"/>
            <a:ext cx="3699935" cy="449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3046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70B269-48E0-EDEB-B76D-25A037DA9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547C9-5143-0F8C-9C7A-4AE988C07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/>
              <a:t>High Scores Scene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5BAFB-C589-FC08-0F9A-66EE11DF1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361" y="2424136"/>
            <a:ext cx="3353378" cy="3434663"/>
          </a:xfrm>
        </p:spPr>
        <p:txBody>
          <a:bodyPr anchor="t">
            <a:normAutofit/>
          </a:bodyPr>
          <a:lstStyle/>
          <a:p>
            <a:r>
              <a:rPr lang="en-US" sz="2000" dirty="0"/>
              <a:t>Shows the high scores fetched from </a:t>
            </a:r>
            <a:r>
              <a:rPr lang="en-US" sz="2000" dirty="0" err="1"/>
              <a:t>highscores.txt</a:t>
            </a:r>
            <a:endParaRPr lang="en-US" sz="2000" dirty="0"/>
          </a:p>
          <a:p>
            <a:r>
              <a:rPr lang="en-US" sz="2000" dirty="0"/>
              <a:t>Loads and renders top 5 scores within a list.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AFCD63-4580-E322-2059-2C70895B6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731" y="1967711"/>
            <a:ext cx="7453458" cy="418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9230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A4809-7E4C-7C5A-3412-831FA624C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DA5E8-7996-8AA4-46F1-FBC7D8EF8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Scores Scene (Storage)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7EAFA-ED63-475C-FED1-B76F5C3A4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334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Stored in csv like format in </a:t>
            </a:r>
            <a:r>
              <a:rPr lang="en-US" dirty="0" err="1"/>
              <a:t>highscore.txt</a:t>
            </a:r>
            <a:endParaRPr lang="en-US" dirty="0"/>
          </a:p>
          <a:p>
            <a:r>
              <a:rPr lang="en-US" dirty="0"/>
              <a:t>Name of current player stored in </a:t>
            </a:r>
            <a:r>
              <a:rPr lang="en-US" dirty="0" err="1"/>
              <a:t>PlayerSession</a:t>
            </a:r>
            <a:endParaRPr lang="en-US" dirty="0"/>
          </a:p>
          <a:p>
            <a:r>
              <a:rPr lang="en-US" dirty="0"/>
              <a:t>Scoring breakdown:</a:t>
            </a:r>
          </a:p>
          <a:p>
            <a:pPr lvl="1"/>
            <a:r>
              <a:rPr lang="en-US" dirty="0"/>
              <a:t>1 point every 5 seconds</a:t>
            </a:r>
          </a:p>
          <a:p>
            <a:pPr lvl="1"/>
            <a:r>
              <a:rPr lang="en-US" dirty="0"/>
              <a:t>3 for regular zombies</a:t>
            </a:r>
          </a:p>
          <a:p>
            <a:pPr lvl="1"/>
            <a:r>
              <a:rPr lang="en-US" dirty="0"/>
              <a:t>8 for </a:t>
            </a:r>
            <a:r>
              <a:rPr lang="en-US" dirty="0" err="1"/>
              <a:t>miniboss</a:t>
            </a:r>
            <a:endParaRPr lang="en-US" dirty="0"/>
          </a:p>
          <a:p>
            <a:pPr lvl="1"/>
            <a:r>
              <a:rPr lang="en-US" dirty="0"/>
              <a:t>15 for boss</a:t>
            </a:r>
          </a:p>
        </p:txBody>
      </p:sp>
    </p:spTree>
    <p:extLst>
      <p:ext uri="{BB962C8B-B14F-4D97-AF65-F5344CB8AC3E}">
        <p14:creationId xmlns:p14="http://schemas.microsoft.com/office/powerpoint/2010/main" val="19138699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86A45-EBA6-43D6-D214-98C4A9136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781E1-E4C3-3C55-AD7D-F4FF8FCBCA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OOP Concepts Used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0FBC57-68CD-26DD-D384-FE65D299F1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SOLID &amp; other principles</a:t>
            </a:r>
          </a:p>
        </p:txBody>
      </p:sp>
    </p:spTree>
    <p:extLst>
      <p:ext uri="{BB962C8B-B14F-4D97-AF65-F5344CB8AC3E}">
        <p14:creationId xmlns:p14="http://schemas.microsoft.com/office/powerpoint/2010/main" val="39097679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8B7819-B45A-8113-FFFD-25529AB5F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7474E-94C8-B6D5-6D5D-1B1832B5B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SOLID (Single Responsibility Principle)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45FC-9E79-C297-AADC-6521DBDAD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905" y="1113764"/>
            <a:ext cx="6108179" cy="4624327"/>
          </a:xfrm>
        </p:spPr>
        <p:txBody>
          <a:bodyPr anchor="ctr">
            <a:normAutofit/>
          </a:bodyPr>
          <a:lstStyle/>
          <a:p>
            <a:r>
              <a:rPr lang="en-US" dirty="0"/>
              <a:t>Resources only resolves and loads assets.</a:t>
            </a:r>
          </a:p>
          <a:p>
            <a:r>
              <a:rPr lang="en-US" dirty="0"/>
              <a:t>Score only tracks score state and time-based increments.</a:t>
            </a:r>
          </a:p>
          <a:p>
            <a:r>
              <a:rPr lang="en-US" dirty="0"/>
              <a:t>Health holds current/max HP and ratio logic.</a:t>
            </a:r>
          </a:p>
          <a:p>
            <a:r>
              <a:rPr lang="en-US" dirty="0" err="1"/>
              <a:t>HealthBar</a:t>
            </a:r>
            <a:r>
              <a:rPr lang="en-US" dirty="0"/>
              <a:t> renders health bar by a given.</a:t>
            </a:r>
          </a:p>
          <a:p>
            <a:r>
              <a:rPr lang="en-US" dirty="0" err="1"/>
              <a:t>CollisionManager</a:t>
            </a:r>
            <a:r>
              <a:rPr lang="en-US" dirty="0"/>
              <a:t> detects collisions and calls </a:t>
            </a:r>
            <a:r>
              <a:rPr lang="en-US" dirty="0" err="1"/>
              <a:t>Health.takeDamage</a:t>
            </a:r>
            <a:r>
              <a:rPr lang="en-US" dirty="0"/>
              <a:t>(x); it does not know how UI renders health.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46708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407214-C878-4EB2-E329-3B2FD96DB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95D6AA-CD70-2B11-26A3-8F58CA8BD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SOLID (Open Closed Principle)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85A3A-130C-6AC3-10F6-A02A4FB24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905" y="1113764"/>
            <a:ext cx="6108179" cy="4624327"/>
          </a:xfrm>
        </p:spPr>
        <p:txBody>
          <a:bodyPr anchor="ctr">
            <a:normAutofit/>
          </a:bodyPr>
          <a:lstStyle/>
          <a:p>
            <a:r>
              <a:rPr lang="en-US" dirty="0"/>
              <a:t>New behaviors can be added by creating Component subclasses without changing Component itself.</a:t>
            </a:r>
          </a:p>
          <a:p>
            <a:r>
              <a:rPr lang="en-US" dirty="0"/>
              <a:t>New scenes extend </a:t>
            </a:r>
            <a:r>
              <a:rPr lang="en-US" dirty="0" err="1"/>
              <a:t>GameScene</a:t>
            </a:r>
            <a:r>
              <a:rPr lang="en-US" dirty="0"/>
              <a:t> without altering engine code.</a:t>
            </a:r>
          </a:p>
          <a:p>
            <a:r>
              <a:rPr lang="en-US" dirty="0" err="1"/>
              <a:t>BasicEnemy</a:t>
            </a:r>
            <a:r>
              <a:rPr lang="en-US" dirty="0"/>
              <a:t>, </a:t>
            </a:r>
            <a:r>
              <a:rPr lang="en-US" dirty="0" err="1"/>
              <a:t>MiniBoss</a:t>
            </a:r>
            <a:r>
              <a:rPr lang="en-US" dirty="0"/>
              <a:t>, and Boss all extend Enemy without modifying any enemy base logic.</a:t>
            </a:r>
          </a:p>
        </p:txBody>
      </p:sp>
    </p:spTree>
    <p:extLst>
      <p:ext uri="{BB962C8B-B14F-4D97-AF65-F5344CB8AC3E}">
        <p14:creationId xmlns:p14="http://schemas.microsoft.com/office/powerpoint/2010/main" val="79789856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A08CFC-C7F0-9753-9D09-DC0721E94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963478-6CC2-0F33-9D39-FD0AC925D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SOLID (Liskov Substitution Principle)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6C834-2B24-15E6-C161-474E3B0E5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905" y="1113764"/>
            <a:ext cx="6108179" cy="4624327"/>
          </a:xfrm>
        </p:spPr>
        <p:txBody>
          <a:bodyPr anchor="ctr">
            <a:normAutofit/>
          </a:bodyPr>
          <a:lstStyle/>
          <a:p>
            <a:r>
              <a:rPr lang="en-US" dirty="0" err="1"/>
              <a:t>GameScene.addGameObject</a:t>
            </a:r>
            <a:r>
              <a:rPr lang="en-US" dirty="0"/>
              <a:t>(</a:t>
            </a:r>
            <a:r>
              <a:rPr lang="en-US" dirty="0" err="1"/>
              <a:t>GameObject</a:t>
            </a:r>
            <a:r>
              <a:rPr lang="en-US" dirty="0"/>
              <a:t>) accepts any subclass (Player, Weapon, Bullet).</a:t>
            </a:r>
          </a:p>
          <a:p>
            <a:r>
              <a:rPr lang="en-US" dirty="0" err="1"/>
              <a:t>CollisionManager</a:t>
            </a:r>
            <a:r>
              <a:rPr lang="en-US" dirty="0"/>
              <a:t> holds lists of Damageable and Damaging — any Player or Enemy subclass can be passed without the manager needing to know the concrete type.</a:t>
            </a:r>
          </a:p>
        </p:txBody>
      </p:sp>
    </p:spTree>
    <p:extLst>
      <p:ext uri="{BB962C8B-B14F-4D97-AF65-F5344CB8AC3E}">
        <p14:creationId xmlns:p14="http://schemas.microsoft.com/office/powerpoint/2010/main" val="3345908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FBB75A-5A25-5C4D-15F8-A5E191D1A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5B41D6-79D5-423C-4A6F-484303D54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SOLID (Interface Segregation)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615FA-AC00-B573-7026-8AA370D00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905" y="1113764"/>
            <a:ext cx="6108179" cy="4624327"/>
          </a:xfrm>
        </p:spPr>
        <p:txBody>
          <a:bodyPr anchor="ctr">
            <a:normAutofit/>
          </a:bodyPr>
          <a:lstStyle/>
          <a:p>
            <a:r>
              <a:rPr lang="en-US" dirty="0"/>
              <a:t>Initiable, Updatable, </a:t>
            </a:r>
            <a:r>
              <a:rPr lang="en-US" dirty="0" err="1"/>
              <a:t>Renderable</a:t>
            </a:r>
            <a:r>
              <a:rPr lang="en-US" dirty="0"/>
              <a:t>, </a:t>
            </a:r>
            <a:r>
              <a:rPr lang="en-US" dirty="0" err="1"/>
              <a:t>InputHandler</a:t>
            </a:r>
            <a:r>
              <a:rPr lang="en-US" dirty="0"/>
              <a:t> are separated.</a:t>
            </a:r>
          </a:p>
          <a:p>
            <a:pPr lvl="1"/>
            <a:r>
              <a:rPr lang="en-US" dirty="0" err="1"/>
              <a:t>GameObject</a:t>
            </a:r>
            <a:r>
              <a:rPr lang="en-US" dirty="0"/>
              <a:t> implement Initiable, Updatable, </a:t>
            </a:r>
            <a:r>
              <a:rPr lang="en-US" dirty="0" err="1"/>
              <a:t>Renderable</a:t>
            </a:r>
            <a:r>
              <a:rPr lang="en-US" dirty="0"/>
              <a:t> but not </a:t>
            </a:r>
            <a:r>
              <a:rPr lang="en-US" dirty="0" err="1"/>
              <a:t>InputHandler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Similarly, </a:t>
            </a:r>
            <a:r>
              <a:rPr lang="en-US" dirty="0" err="1"/>
              <a:t>GameScenes</a:t>
            </a:r>
            <a:r>
              <a:rPr lang="en-US" dirty="0"/>
              <a:t> implement Initiable, Updatable, </a:t>
            </a:r>
            <a:r>
              <a:rPr lang="en-US" dirty="0" err="1"/>
              <a:t>InputHandler</a:t>
            </a:r>
            <a:r>
              <a:rPr lang="en-US" dirty="0"/>
              <a:t> but not </a:t>
            </a:r>
            <a:r>
              <a:rPr lang="en-US" dirty="0" err="1"/>
              <a:t>Renderable</a:t>
            </a:r>
            <a:endParaRPr lang="en-US" dirty="0"/>
          </a:p>
          <a:p>
            <a:r>
              <a:rPr lang="en-US" dirty="0"/>
              <a:t>Bullet implements only Damaging and Concrete; it is never forced to implement Damageable since bullets cannot receive damage.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88484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30AEFC-2A06-06BE-20C8-28D3D8218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94CC1E-254E-3A99-56C7-A0D695BBC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SOLID (Dependency Inversion Principle)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A1F9D-074D-F997-5B84-482178C40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905" y="1113764"/>
            <a:ext cx="6108179" cy="4624327"/>
          </a:xfrm>
        </p:spPr>
        <p:txBody>
          <a:bodyPr anchor="ctr">
            <a:normAutofit/>
          </a:bodyPr>
          <a:lstStyle/>
          <a:p>
            <a:r>
              <a:rPr lang="en-US" dirty="0" err="1"/>
              <a:t>GameScene’s</a:t>
            </a:r>
            <a:r>
              <a:rPr lang="en-US" dirty="0"/>
              <a:t> culling uses </a:t>
            </a:r>
            <a:r>
              <a:rPr lang="en-US" dirty="0" err="1"/>
              <a:t>WorldBoundsProvider</a:t>
            </a:r>
            <a:r>
              <a:rPr lang="en-US" dirty="0"/>
              <a:t> interface, decoupling from concrete renderers.</a:t>
            </a:r>
          </a:p>
          <a:p>
            <a:r>
              <a:rPr lang="en-US" dirty="0" err="1"/>
              <a:t>CollisionManager</a:t>
            </a:r>
            <a:r>
              <a:rPr lang="en-US" dirty="0"/>
              <a:t> depends entirely on the Damageable, Damaging, and Concrete interfaces — it never imports Player, Enemy, or Bullet directly.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6924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571ADC-5E44-D2C9-B444-1CBAB2F76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593FA2-1FEA-6331-9480-D00037EC4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1033389"/>
            <a:ext cx="4826256" cy="4825409"/>
          </a:xfrm>
        </p:spPr>
        <p:txBody>
          <a:bodyPr anchor="ctr">
            <a:normAutofit/>
          </a:bodyPr>
          <a:lstStyle/>
          <a:p>
            <a:r>
              <a:rPr lang="en-US" sz="5000">
                <a:solidFill>
                  <a:srgbClr val="FFFFFF"/>
                </a:solidFill>
              </a:rPr>
              <a:t>Composition &amp; Aggregation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9B9B3-B8B7-DC6D-D41A-F32AD704B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GameScene composes GameCamera</a:t>
            </a:r>
          </a:p>
          <a:p>
            <a:pPr lvl="1"/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Destroying GameScene  destroys GameCamera</a:t>
            </a:r>
          </a:p>
          <a:p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GameWorld Aggregates GameScene</a:t>
            </a:r>
          </a:p>
          <a:p>
            <a:pPr lvl="1"/>
            <a:r>
              <a:rPr lang="en-US" sz="2000">
                <a:solidFill>
                  <a:schemeClr val="accent2">
                    <a:lumMod val="50000"/>
                  </a:schemeClr>
                </a:solidFill>
              </a:rPr>
              <a:t>Scenes can exist after destroying GameWorld</a:t>
            </a:r>
          </a:p>
          <a:p>
            <a:endParaRPr lang="en-US" sz="200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3100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DBC9A8-921E-3E19-6FA7-2BD9B561B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61A076-534C-79DE-F1DA-45439C038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37DA4A-D98E-A8A1-2254-2BAA2D0FA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375A4B-2B6A-409B-F1CD-EE54AACA4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1033389"/>
            <a:ext cx="4826256" cy="2871099"/>
          </a:xfrm>
        </p:spPr>
        <p:txBody>
          <a:bodyPr anchor="b">
            <a:normAutofit/>
          </a:bodyPr>
          <a:lstStyle/>
          <a:p>
            <a:r>
              <a:rPr lang="en-US" sz="5000" dirty="0">
                <a:solidFill>
                  <a:srgbClr val="FFFFFF"/>
                </a:solidFill>
              </a:rPr>
              <a:t>Abstraction: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8BAAB0-B61C-4D9B-CD78-3114131DE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B0341F-40CA-0F79-F6EB-3BA47412C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F9F5D-4A01-7338-FE53-DEE6ED78A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Component (Abstract Base Class)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Defines common interface for all components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Implements lifecycle methods (</a:t>
            </a:r>
            <a:r>
              <a:rPr lang="en-US" sz="1800" dirty="0" err="1">
                <a:solidFill>
                  <a:schemeClr val="accent2">
                    <a:lumMod val="50000"/>
                  </a:schemeClr>
                </a:solidFill>
              </a:rPr>
              <a:t>init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, update, render)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Provides logger and </a:t>
            </a:r>
            <a:r>
              <a:rPr lang="en-US" sz="1800" dirty="0" err="1">
                <a:solidFill>
                  <a:schemeClr val="accent2">
                    <a:lumMod val="50000"/>
                  </a:schemeClr>
                </a:solidFill>
              </a:rPr>
              <a:t>GameObject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 reference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Usage: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Transform</a:t>
            </a:r>
          </a:p>
          <a:p>
            <a:pPr lvl="1"/>
            <a:r>
              <a:rPr lang="en-US" sz="1800" dirty="0" err="1">
                <a:solidFill>
                  <a:schemeClr val="accent2">
                    <a:lumMod val="50000"/>
                  </a:schemeClr>
                </a:solidFill>
              </a:rPr>
              <a:t>BoxRenderer</a:t>
            </a:r>
            <a:endParaRPr lang="en-US" sz="1800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en-US" sz="1800" dirty="0" err="1">
                <a:solidFill>
                  <a:schemeClr val="accent2">
                    <a:lumMod val="50000"/>
                  </a:schemeClr>
                </a:solidFill>
              </a:rPr>
              <a:t>CircleRenderer</a:t>
            </a:r>
            <a:endParaRPr lang="en-US" sz="1800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en-US" sz="1800" dirty="0" err="1">
                <a:solidFill>
                  <a:schemeClr val="accent2">
                    <a:lumMod val="50000"/>
                  </a:schemeClr>
                </a:solidFill>
              </a:rPr>
              <a:t>SpriteRenderer</a:t>
            </a:r>
            <a:endParaRPr lang="en-US" sz="18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C1675D-EDF2-C3A5-4D72-E87BAD300688}"/>
              </a:ext>
            </a:extLst>
          </p:cNvPr>
          <p:cNvSpPr txBox="1"/>
          <p:nvPr/>
        </p:nvSpPr>
        <p:spPr>
          <a:xfrm>
            <a:off x="642579" y="3904488"/>
            <a:ext cx="4826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Hides unnecessary implementation details and 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exposes only the essential features of an object.</a:t>
            </a:r>
          </a:p>
        </p:txBody>
      </p:sp>
    </p:spTree>
    <p:extLst>
      <p:ext uri="{BB962C8B-B14F-4D97-AF65-F5344CB8AC3E}">
        <p14:creationId xmlns:p14="http://schemas.microsoft.com/office/powerpoint/2010/main" val="258396021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8E437F-5751-7143-32A8-AE98A61E1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ECC02FF-3FA3-B215-AB9A-18C8F8238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36D7A6-AE75-AEBF-3B31-9BD2766F1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FE1A37-4595-1A2A-670E-75287E7E3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AEE73A-4B13-71B4-CD7C-B0188F449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6E307-8CE3-FAB3-810E-8121A9429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r>
              <a:rPr lang="en-US" sz="2000" dirty="0" err="1">
                <a:solidFill>
                  <a:schemeClr val="accent2">
                    <a:lumMod val="50000"/>
                  </a:schemeClr>
                </a:solidFill>
              </a:rPr>
              <a:t>AssetManager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 (Singleton)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Single static instance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Synchronized </a:t>
            </a:r>
            <a:r>
              <a:rPr lang="en-US" sz="1800" dirty="0" err="1">
                <a:solidFill>
                  <a:schemeClr val="accent2">
                    <a:lumMod val="50000"/>
                  </a:schemeClr>
                </a:solidFill>
              </a:rPr>
              <a:t>getInstance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() method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Caches loaded images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Prevents duplicate asset loading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6CE6801-CB10-FEDA-CE19-531ED8A82AC5}"/>
              </a:ext>
            </a:extLst>
          </p:cNvPr>
          <p:cNvSpPr txBox="1">
            <a:spLocks/>
          </p:cNvSpPr>
          <p:nvPr/>
        </p:nvSpPr>
        <p:spPr>
          <a:xfrm>
            <a:off x="643468" y="1033389"/>
            <a:ext cx="4826256" cy="28710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5000" dirty="0">
                <a:solidFill>
                  <a:srgbClr val="FFFFFF"/>
                </a:solidFill>
              </a:rPr>
              <a:t>Singleton: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064C6D-6DF8-9AB3-1684-7AFF2C0380DB}"/>
              </a:ext>
            </a:extLst>
          </p:cNvPr>
          <p:cNvSpPr txBox="1"/>
          <p:nvPr/>
        </p:nvSpPr>
        <p:spPr>
          <a:xfrm>
            <a:off x="642579" y="3904488"/>
            <a:ext cx="48262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Ensures a class has exactly one instance 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throughout the application and provides a global access point to that instance.</a:t>
            </a:r>
          </a:p>
        </p:txBody>
      </p:sp>
    </p:spTree>
    <p:extLst>
      <p:ext uri="{BB962C8B-B14F-4D97-AF65-F5344CB8AC3E}">
        <p14:creationId xmlns:p14="http://schemas.microsoft.com/office/powerpoint/2010/main" val="104196577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09B804-B457-4471-B389-B0DB5787C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086884D-7A45-23DB-219C-6D71ED261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6477CC-FDA1-99DE-2DE0-D71FEA493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9CE27-6D5A-16AF-F603-DE2BB3799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5ACCB3-67E5-915D-10FE-12B0E2FAE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08F5A-AEB8-D4C3-08C5-7BB80F019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Audios (Static Facade)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Simplifies access to </a:t>
            </a:r>
            <a:r>
              <a:rPr lang="en-US" sz="1800" dirty="0" err="1">
                <a:solidFill>
                  <a:schemeClr val="accent2">
                    <a:lumMod val="50000"/>
                  </a:schemeClr>
                </a:solidFill>
              </a:rPr>
              <a:t>GameAudioManager</a:t>
            </a:r>
            <a:endParaRPr lang="en-US" sz="1800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Organizes sound references by category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Handles random selection for variations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Provides convenient static methods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5289130-788B-7084-51B4-3CF08BC0B4F6}"/>
              </a:ext>
            </a:extLst>
          </p:cNvPr>
          <p:cNvSpPr txBox="1">
            <a:spLocks/>
          </p:cNvSpPr>
          <p:nvPr/>
        </p:nvSpPr>
        <p:spPr>
          <a:xfrm>
            <a:off x="643468" y="1033389"/>
            <a:ext cx="4826256" cy="28710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5000" dirty="0">
                <a:solidFill>
                  <a:srgbClr val="FFFFFF"/>
                </a:solidFill>
              </a:rPr>
              <a:t>Facade: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31DA0A-7A5D-2C69-29BD-2D4305A9187F}"/>
              </a:ext>
            </a:extLst>
          </p:cNvPr>
          <p:cNvSpPr txBox="1"/>
          <p:nvPr/>
        </p:nvSpPr>
        <p:spPr>
          <a:xfrm>
            <a:off x="642579" y="3904488"/>
            <a:ext cx="4826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Provides a simplified, unified interface to a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complex subsystem or set of interfaces</a:t>
            </a:r>
          </a:p>
        </p:txBody>
      </p:sp>
    </p:spTree>
    <p:extLst>
      <p:ext uri="{BB962C8B-B14F-4D97-AF65-F5344CB8AC3E}">
        <p14:creationId xmlns:p14="http://schemas.microsoft.com/office/powerpoint/2010/main" val="98262782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8DB85-8C13-12D3-9500-D783DB3A1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526D8-2143-F612-EA6F-608E22AFE2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04E96A-9DFB-1564-B3FC-3EC2B23F3F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Final Remarks</a:t>
            </a:r>
          </a:p>
        </p:txBody>
      </p:sp>
    </p:spTree>
    <p:extLst>
      <p:ext uri="{BB962C8B-B14F-4D97-AF65-F5344CB8AC3E}">
        <p14:creationId xmlns:p14="http://schemas.microsoft.com/office/powerpoint/2010/main" val="85272758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FE072-9688-8D7F-0766-FF5B6BC0C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541B5B-A302-8CD6-21ED-41D93309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1033389"/>
            <a:ext cx="4826256" cy="4825409"/>
          </a:xfrm>
        </p:spPr>
        <p:txBody>
          <a:bodyPr anchor="ctr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Technical Challenges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3B06A-E433-C7E4-7FE6-3F194DD75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How to convert the map to a grid and the path obtained from grid back to map coordinates?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How to place thousands of objects in a single scene?</a:t>
            </a:r>
          </a:p>
          <a:p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40236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6022A1-154A-FB48-A00E-A8B12156A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A3680C-450A-2B4A-60BC-1DD314783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1033389"/>
            <a:ext cx="4826256" cy="4825409"/>
          </a:xfrm>
        </p:spPr>
        <p:txBody>
          <a:bodyPr anchor="ctr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Future Roadmap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22336-2E5A-3809-4897-D9FC62976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Add more levels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Add More Bosses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Add Lore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Add Campaign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Add Multiplayer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Improve Game Engine Versatility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Improve Enemy AI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Improve UI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Improve Game Design</a:t>
            </a:r>
          </a:p>
        </p:txBody>
      </p:sp>
    </p:spTree>
    <p:extLst>
      <p:ext uri="{BB962C8B-B14F-4D97-AF65-F5344CB8AC3E}">
        <p14:creationId xmlns:p14="http://schemas.microsoft.com/office/powerpoint/2010/main" val="420188100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B426AB-8E87-72E4-62E4-7012F9C59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6893B82E-854C-4EBE-9181-3233D76DE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62D338C-33B8-4AD2-95E1-F78D10F83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638175"/>
            <a:ext cx="7485542" cy="575239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EA5E15-9860-35F8-C004-7BE3B6A0B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9243" y="1419225"/>
            <a:ext cx="6798608" cy="20858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Thank</a:t>
            </a:r>
            <a:r>
              <a:rPr lang="en-US" dirty="0">
                <a:solidFill>
                  <a:srgbClr val="FFFFFF"/>
                </a:solidFill>
              </a:rPr>
              <a:t>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BE5E88-B4ED-EB6F-F08F-B9FBE318A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9243" y="3505095"/>
            <a:ext cx="6798608" cy="173365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Try It OUT!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E7C66B9-3219-4743-A8FC-126889285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391" y="641102"/>
            <a:ext cx="3695019" cy="2827037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A663637-F092-0B71-49D5-AE510B827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344" y="843780"/>
            <a:ext cx="2160579" cy="216057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60D0E3C-67A6-D48E-3CAA-E4F32817B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345" y="3737470"/>
            <a:ext cx="2186388" cy="218638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AFC1AFF3-F2FF-40D8-90BB-FBEF27452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134" y="3557674"/>
            <a:ext cx="3695019" cy="2827037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1B57D2-CE27-C54A-C2BD-692C6499A6B9}"/>
              </a:ext>
            </a:extLst>
          </p:cNvPr>
          <p:cNvSpPr/>
          <p:nvPr/>
        </p:nvSpPr>
        <p:spPr>
          <a:xfrm>
            <a:off x="1138343" y="3004359"/>
            <a:ext cx="2160579" cy="38322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Game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3BF2F52-EA31-388C-419D-8A207EFD41AB}"/>
              </a:ext>
            </a:extLst>
          </p:cNvPr>
          <p:cNvSpPr/>
          <p:nvPr/>
        </p:nvSpPr>
        <p:spPr>
          <a:xfrm>
            <a:off x="1138343" y="5887646"/>
            <a:ext cx="2160579" cy="38322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Source (</a:t>
            </a:r>
            <a:r>
              <a:rPr lang="en-US" dirty="0" err="1"/>
              <a:t>Github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3452193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965821-39DB-A446-B0F9-ED5309CFE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2A544-7B87-D407-4B10-32C19C5B6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610099"/>
            <a:ext cx="10993549" cy="106680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Q &amp; 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DB9752-FA79-B203-F5FF-8E0034E79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697215"/>
            <a:ext cx="10993546" cy="52556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Any questions, if so, feel free to ask?</a:t>
            </a:r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C55F86D3-FCE1-4D7D-AF41-71DC28706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37081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929C5D9-9F34-4291-89A1-8EC391C23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392" y="641102"/>
            <a:ext cx="3666744" cy="3698516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B93F0966-9E94-EF34-C58A-141BDACBC8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5361" y="988290"/>
            <a:ext cx="3014297" cy="30142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B233F0-62F4-F871-3DDD-193D84344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440" y="974331"/>
            <a:ext cx="2829573" cy="2829573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2DEE3228-A905-44E8-9084-7184118C1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8704" y="642071"/>
            <a:ext cx="7475220" cy="3701443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F51BA0D-CFE3-4E49-80A1-2F9C56EBB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48660" y="4432079"/>
            <a:ext cx="83731" cy="196077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AF76E2-7957-3A4E-BBD1-E14BC6F71185}"/>
              </a:ext>
            </a:extLst>
          </p:cNvPr>
          <p:cNvSpPr/>
          <p:nvPr/>
        </p:nvSpPr>
        <p:spPr>
          <a:xfrm>
            <a:off x="6469440" y="3803904"/>
            <a:ext cx="2829572" cy="38322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Slides</a:t>
            </a:r>
          </a:p>
        </p:txBody>
      </p:sp>
    </p:spTree>
    <p:extLst>
      <p:ext uri="{BB962C8B-B14F-4D97-AF65-F5344CB8AC3E}">
        <p14:creationId xmlns:p14="http://schemas.microsoft.com/office/powerpoint/2010/main" val="140022658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2533</TotalTime>
  <Words>3939</Words>
  <Application>Microsoft Macintosh PowerPoint</Application>
  <PresentationFormat>Widescreen</PresentationFormat>
  <Paragraphs>657</Paragraphs>
  <Slides>80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6" baseType="lpstr">
      <vt:lpstr>Aptos</vt:lpstr>
      <vt:lpstr>Arial</vt:lpstr>
      <vt:lpstr>Gill Sans MT</vt:lpstr>
      <vt:lpstr>Wingdings</vt:lpstr>
      <vt:lpstr>Wingdings 2</vt:lpstr>
      <vt:lpstr>Dividend</vt:lpstr>
      <vt:lpstr>Zombie Zero</vt:lpstr>
      <vt:lpstr>Project Goals</vt:lpstr>
      <vt:lpstr>Team Distribution</vt:lpstr>
      <vt:lpstr>Game Overview</vt:lpstr>
      <vt:lpstr>Architecture Overview</vt:lpstr>
      <vt:lpstr>Engine High Level Overview</vt:lpstr>
      <vt:lpstr>Index</vt:lpstr>
      <vt:lpstr>Engine</vt:lpstr>
      <vt:lpstr>GameWorld</vt:lpstr>
      <vt:lpstr>GameScene</vt:lpstr>
      <vt:lpstr>GameScene (LifeCycle)</vt:lpstr>
      <vt:lpstr>GameScene (LifeCycle)</vt:lpstr>
      <vt:lpstr>GameScene (GameCamera)</vt:lpstr>
      <vt:lpstr>GameScene (Render Order And Culling)</vt:lpstr>
      <vt:lpstr>GameScene (Debug Rendering)</vt:lpstr>
      <vt:lpstr>GameObject</vt:lpstr>
      <vt:lpstr>Component</vt:lpstr>
      <vt:lpstr>Component (Transform - Pre Existing)</vt:lpstr>
      <vt:lpstr>Component (Transform - Pre Existing)</vt:lpstr>
      <vt:lpstr>Component (BoxRenderer - Pre Existing)</vt:lpstr>
      <vt:lpstr>Component (CircleRenderer - Pre Existing)</vt:lpstr>
      <vt:lpstr>Component (SpriteRenderer - Pre Existing)</vt:lpstr>
      <vt:lpstr>Rendering Pipeline</vt:lpstr>
      <vt:lpstr>Input Handling</vt:lpstr>
      <vt:lpstr>DevConsole</vt:lpstr>
      <vt:lpstr>DevConsole (Command)</vt:lpstr>
      <vt:lpstr>DevConsole (Default Commands)</vt:lpstr>
      <vt:lpstr>Resources Management (Resources)</vt:lpstr>
      <vt:lpstr>Math Library</vt:lpstr>
      <vt:lpstr>GameLogger</vt:lpstr>
      <vt:lpstr>Audio Management</vt:lpstr>
      <vt:lpstr>Audio Management (GameAudioManager)</vt:lpstr>
      <vt:lpstr>Game Mechanics</vt:lpstr>
      <vt:lpstr>Asset Manager</vt:lpstr>
      <vt:lpstr>Collision Manager</vt:lpstr>
      <vt:lpstr>Collision Manager (Interactions)</vt:lpstr>
      <vt:lpstr>Collision Manager (Hitbox)</vt:lpstr>
      <vt:lpstr>Player</vt:lpstr>
      <vt:lpstr>Player (Animation)</vt:lpstr>
      <vt:lpstr>Player (Health)</vt:lpstr>
      <vt:lpstr>Enemy (Abstract)</vt:lpstr>
      <vt:lpstr>Enemy (Base Enemy)</vt:lpstr>
      <vt:lpstr>Enemy (MiniBoss)</vt:lpstr>
      <vt:lpstr>Enemy (Boss)</vt:lpstr>
      <vt:lpstr>Enemy (Health)</vt:lpstr>
      <vt:lpstr>Path finder (Initialization)</vt:lpstr>
      <vt:lpstr>Path finder (A*)</vt:lpstr>
      <vt:lpstr>Path finder (A*)</vt:lpstr>
      <vt:lpstr>Weapon System (Weapon)</vt:lpstr>
      <vt:lpstr>Weapon System (Ammo)</vt:lpstr>
      <vt:lpstr>Weapon System (Bullet)</vt:lpstr>
      <vt:lpstr>Weapon System (UI)</vt:lpstr>
      <vt:lpstr>Health Bar</vt:lpstr>
      <vt:lpstr>Audio Management In Game</vt:lpstr>
      <vt:lpstr>Gradle Tasks</vt:lpstr>
      <vt:lpstr>UML Generation Pipeline (Misc.)</vt:lpstr>
      <vt:lpstr>Scenes</vt:lpstr>
      <vt:lpstr>Start Scene</vt:lpstr>
      <vt:lpstr>Level Scene</vt:lpstr>
      <vt:lpstr>Level Scene (Collision Mask)</vt:lpstr>
      <vt:lpstr>Level Scene (Enemy Spawning)</vt:lpstr>
      <vt:lpstr>Level Scene (Objects placement)</vt:lpstr>
      <vt:lpstr>Level Scene (Win and Lose Screen)</vt:lpstr>
      <vt:lpstr>High Scores Scene</vt:lpstr>
      <vt:lpstr>High Scores Scene (Storage)</vt:lpstr>
      <vt:lpstr>OOP Concepts Used</vt:lpstr>
      <vt:lpstr>SOLID (Single Responsibility Principle)</vt:lpstr>
      <vt:lpstr>SOLID (Open Closed Principle)</vt:lpstr>
      <vt:lpstr>SOLID (Liskov Substitution Principle)</vt:lpstr>
      <vt:lpstr>SOLID (Interface Segregation)</vt:lpstr>
      <vt:lpstr>SOLID (Dependency Inversion Principle)</vt:lpstr>
      <vt:lpstr>Composition &amp; Aggregation</vt:lpstr>
      <vt:lpstr>Abstraction:</vt:lpstr>
      <vt:lpstr>PowerPoint Presentation</vt:lpstr>
      <vt:lpstr>PowerPoint Presentation</vt:lpstr>
      <vt:lpstr>Conclusion</vt:lpstr>
      <vt:lpstr>Technical Challenges</vt:lpstr>
      <vt:lpstr>Future Roadmap</vt:lpstr>
      <vt:lpstr>Thank You!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Mujtaba</dc:creator>
  <cp:lastModifiedBy>Muhammad Mujtaba</cp:lastModifiedBy>
  <cp:revision>6</cp:revision>
  <cp:lastPrinted>2026-05-11T08:24:16Z</cp:lastPrinted>
  <dcterms:created xsi:type="dcterms:W3CDTF">2026-05-09T09:22:46Z</dcterms:created>
  <dcterms:modified xsi:type="dcterms:W3CDTF">2026-05-11T08:33:29Z</dcterms:modified>
</cp:coreProperties>
</file>